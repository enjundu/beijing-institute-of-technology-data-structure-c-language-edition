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tags/tag2.xml" ContentType="application/vnd.openxmlformats-officedocument.presentationml.tags+xml"/>
  <Override PartName="/ppt/tags/tag3.xml" ContentType="application/vnd.openxmlformats-officedocument.presentationml.tags+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1"/>
  </p:handoutMasterIdLst>
  <p:sldIdLst>
    <p:sldId id="330" r:id="rId2"/>
    <p:sldId id="337" r:id="rId3"/>
    <p:sldId id="362" r:id="rId4"/>
    <p:sldId id="338" r:id="rId5"/>
    <p:sldId id="339" r:id="rId6"/>
    <p:sldId id="344" r:id="rId7"/>
    <p:sldId id="363" r:id="rId8"/>
    <p:sldId id="364" r:id="rId9"/>
    <p:sldId id="365" r:id="rId10"/>
    <p:sldId id="366" r:id="rId11"/>
    <p:sldId id="367" r:id="rId12"/>
    <p:sldId id="368" r:id="rId13"/>
    <p:sldId id="369" r:id="rId14"/>
    <p:sldId id="370" r:id="rId15"/>
    <p:sldId id="371" r:id="rId16"/>
    <p:sldId id="373" r:id="rId17"/>
    <p:sldId id="374" r:id="rId18"/>
    <p:sldId id="375" r:id="rId19"/>
    <p:sldId id="361" r:id="rId20"/>
  </p:sldIdLst>
  <p:sldSz cx="9144000" cy="6858000" type="screen4x3"/>
  <p:notesSz cx="6858000" cy="9144000"/>
  <p:defaultTextStyle>
    <a:defPPr>
      <a:defRPr lang="en-US"/>
    </a:defPPr>
    <a:lvl1pPr algn="l" rtl="0" fontAlgn="ctr">
      <a:spcBef>
        <a:spcPct val="0"/>
      </a:spcBef>
      <a:spcAft>
        <a:spcPct val="0"/>
      </a:spcAft>
      <a:defRPr kern="1200">
        <a:solidFill>
          <a:schemeClr val="tx1"/>
        </a:solidFill>
        <a:latin typeface="Times New Roman" pitchFamily="18" charset="0"/>
        <a:ea typeface="+mn-ea"/>
        <a:cs typeface="+mn-cs"/>
      </a:defRPr>
    </a:lvl1pPr>
    <a:lvl2pPr marL="457200" algn="l" rtl="0" fontAlgn="ctr">
      <a:spcBef>
        <a:spcPct val="0"/>
      </a:spcBef>
      <a:spcAft>
        <a:spcPct val="0"/>
      </a:spcAft>
      <a:defRPr kern="1200">
        <a:solidFill>
          <a:schemeClr val="tx1"/>
        </a:solidFill>
        <a:latin typeface="Times New Roman" pitchFamily="18" charset="0"/>
        <a:ea typeface="+mn-ea"/>
        <a:cs typeface="+mn-cs"/>
      </a:defRPr>
    </a:lvl2pPr>
    <a:lvl3pPr marL="914400" algn="l" rtl="0" fontAlgn="ctr">
      <a:spcBef>
        <a:spcPct val="0"/>
      </a:spcBef>
      <a:spcAft>
        <a:spcPct val="0"/>
      </a:spcAft>
      <a:defRPr kern="1200">
        <a:solidFill>
          <a:schemeClr val="tx1"/>
        </a:solidFill>
        <a:latin typeface="Times New Roman" pitchFamily="18" charset="0"/>
        <a:ea typeface="+mn-ea"/>
        <a:cs typeface="+mn-cs"/>
      </a:defRPr>
    </a:lvl3pPr>
    <a:lvl4pPr marL="1371600" algn="l" rtl="0" fontAlgn="ctr">
      <a:spcBef>
        <a:spcPct val="0"/>
      </a:spcBef>
      <a:spcAft>
        <a:spcPct val="0"/>
      </a:spcAft>
      <a:defRPr kern="1200">
        <a:solidFill>
          <a:schemeClr val="tx1"/>
        </a:solidFill>
        <a:latin typeface="Times New Roman" pitchFamily="18" charset="0"/>
        <a:ea typeface="+mn-ea"/>
        <a:cs typeface="+mn-cs"/>
      </a:defRPr>
    </a:lvl4pPr>
    <a:lvl5pPr marL="1828800" algn="l" rtl="0" fontAlgn="ctr">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969696"/>
    <a:srgbClr val="FAA90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53" autoAdjust="0"/>
    <p:restoredTop sz="94660"/>
  </p:normalViewPr>
  <p:slideViewPr>
    <p:cSldViewPr>
      <p:cViewPr varScale="1">
        <p:scale>
          <a:sx n="65" d="100"/>
          <a:sy n="65" d="100"/>
        </p:scale>
        <p:origin x="-1662"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fontAlgn="base">
              <a:defRPr sz="1200">
                <a:latin typeface="MS Mincho" pitchFamily="49" charset="-128"/>
              </a:defRPr>
            </a:lvl1pPr>
          </a:lstStyle>
          <a:p>
            <a:endParaRPr lang="zh-CN" altLang="en-US"/>
          </a:p>
        </p:txBody>
      </p:sp>
      <p:sp>
        <p:nvSpPr>
          <p:cNvPr id="7065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base">
              <a:defRPr sz="1200">
                <a:latin typeface="MS Mincho" pitchFamily="49" charset="-128"/>
              </a:defRPr>
            </a:lvl1pPr>
          </a:lstStyle>
          <a:p>
            <a:endParaRPr lang="en-US" altLang="zh-CN"/>
          </a:p>
        </p:txBody>
      </p:sp>
      <p:sp>
        <p:nvSpPr>
          <p:cNvPr id="7066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fontAlgn="base">
              <a:defRPr sz="1200">
                <a:latin typeface="MS Mincho" pitchFamily="49" charset="-128"/>
              </a:defRPr>
            </a:lvl1pPr>
          </a:lstStyle>
          <a:p>
            <a:endParaRPr lang="en-US" altLang="zh-CN"/>
          </a:p>
        </p:txBody>
      </p:sp>
      <p:sp>
        <p:nvSpPr>
          <p:cNvPr id="7066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fontAlgn="base">
              <a:defRPr sz="1200">
                <a:latin typeface="MS Mincho" pitchFamily="49" charset="-128"/>
              </a:defRPr>
            </a:lvl1pPr>
          </a:lstStyle>
          <a:p>
            <a:fld id="{A13A8433-3577-4E57-AE25-693B1F0E10D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6" name="Rectangle 4"/>
          <p:cNvSpPr>
            <a:spLocks noGrp="1" noChangeArrowheads="1"/>
          </p:cNvSpPr>
          <p:nvPr>
            <p:ph type="dt" sz="half" idx="2"/>
          </p:nvPr>
        </p:nvSpPr>
        <p:spPr>
          <a:xfrm>
            <a:off x="457200" y="6477000"/>
            <a:ext cx="2133600" cy="244475"/>
          </a:xfrm>
        </p:spPr>
        <p:txBody>
          <a:bodyPr/>
          <a:lstStyle>
            <a:lvl1pPr>
              <a:defRPr>
                <a:solidFill>
                  <a:schemeClr val="bg1"/>
                </a:solidFill>
              </a:defRPr>
            </a:lvl1pPr>
          </a:lstStyle>
          <a:p>
            <a:endParaRPr lang="en-US" altLang="zh-CN"/>
          </a:p>
        </p:txBody>
      </p:sp>
      <p:sp>
        <p:nvSpPr>
          <p:cNvPr id="3077" name="Rectangle 5"/>
          <p:cNvSpPr>
            <a:spLocks noGrp="1" noChangeArrowheads="1"/>
          </p:cNvSpPr>
          <p:nvPr>
            <p:ph type="ftr" sz="quarter" idx="3"/>
          </p:nvPr>
        </p:nvSpPr>
        <p:spPr>
          <a:xfrm>
            <a:off x="5867400" y="6477000"/>
            <a:ext cx="2895600" cy="244475"/>
          </a:xfrm>
        </p:spPr>
        <p:txBody>
          <a:bodyPr/>
          <a:lstStyle>
            <a:lvl1pPr>
              <a:defRPr b="0">
                <a:solidFill>
                  <a:schemeClr val="bg1"/>
                </a:solidFill>
              </a:defRPr>
            </a:lvl1pPr>
          </a:lstStyle>
          <a:p>
            <a:endParaRPr lang="en-US" altLang="zh-CN"/>
          </a:p>
        </p:txBody>
      </p:sp>
      <p:sp>
        <p:nvSpPr>
          <p:cNvPr id="3078" name="Rectangle 6"/>
          <p:cNvSpPr>
            <a:spLocks noGrp="1" noChangeArrowheads="1"/>
          </p:cNvSpPr>
          <p:nvPr>
            <p:ph type="sldNum" sz="quarter" idx="4"/>
          </p:nvPr>
        </p:nvSpPr>
        <p:spPr>
          <a:xfrm>
            <a:off x="3429000" y="6477000"/>
            <a:ext cx="2133600" cy="244475"/>
          </a:xfrm>
        </p:spPr>
        <p:txBody>
          <a:bodyPr/>
          <a:lstStyle>
            <a:lvl1pPr>
              <a:defRPr>
                <a:solidFill>
                  <a:schemeClr val="bg1"/>
                </a:solidFill>
              </a:defRPr>
            </a:lvl1pPr>
          </a:lstStyle>
          <a:p>
            <a:fld id="{7CB5A056-74D5-4473-8312-5CEEA246C9E0}" type="slidenum">
              <a:rPr lang="zh-CN" altLang="en-US"/>
              <a:pPr/>
              <a:t>‹#›</a:t>
            </a:fld>
            <a:endParaRPr lang="en-US" altLang="zh-CN"/>
          </a:p>
        </p:txBody>
      </p:sp>
      <p:sp>
        <p:nvSpPr>
          <p:cNvPr id="3086" name="Text Box 14"/>
          <p:cNvSpPr txBox="1">
            <a:spLocks noChangeArrowheads="1"/>
          </p:cNvSpPr>
          <p:nvPr/>
        </p:nvSpPr>
        <p:spPr bwMode="gray">
          <a:xfrm>
            <a:off x="6248400" y="304800"/>
            <a:ext cx="2667000" cy="396875"/>
          </a:xfrm>
          <a:prstGeom prst="rect">
            <a:avLst/>
          </a:prstGeom>
          <a:noFill/>
          <a:ln w="9525">
            <a:noFill/>
            <a:miter lim="800000"/>
            <a:headEnd/>
            <a:tailEnd/>
          </a:ln>
          <a:effectLst/>
        </p:spPr>
        <p:txBody>
          <a:bodyPr>
            <a:spAutoFit/>
          </a:bodyPr>
          <a:lstStyle/>
          <a:p>
            <a:pPr algn="r" fontAlgn="base"/>
            <a:r>
              <a:rPr lang="zh-CN" altLang="en-US" sz="2000" b="1">
                <a:solidFill>
                  <a:schemeClr val="accent2"/>
                </a:solidFill>
                <a:effectLst>
                  <a:outerShdw blurRad="38100" dist="38100" dir="2700000" algn="tl">
                    <a:srgbClr val="C0C0C0"/>
                  </a:outerShdw>
                </a:effectLst>
                <a:latin typeface="MS Mincho" pitchFamily="49" charset="-128"/>
                <a:ea typeface="宋体" pitchFamily="2" charset="-122"/>
              </a:rPr>
              <a:t>数据结构与算法设计</a:t>
            </a:r>
          </a:p>
        </p:txBody>
      </p:sp>
      <p:sp>
        <p:nvSpPr>
          <p:cNvPr id="3075" name="Rectangle 3"/>
          <p:cNvSpPr>
            <a:spLocks noGrp="1" noChangeArrowheads="1"/>
          </p:cNvSpPr>
          <p:nvPr>
            <p:ph type="subTitle" idx="1"/>
          </p:nvPr>
        </p:nvSpPr>
        <p:spPr bwMode="black">
          <a:xfrm>
            <a:off x="477838" y="2481263"/>
            <a:ext cx="4648200" cy="381000"/>
          </a:xfrm>
        </p:spPr>
        <p:txBody>
          <a:bodyPr/>
          <a:lstStyle>
            <a:lvl1pPr marL="0" indent="0">
              <a:buFont typeface="Wingdings" pitchFamily="2" charset="2"/>
              <a:buNone/>
              <a:defRPr sz="1600" b="1">
                <a:solidFill>
                  <a:schemeClr val="bg1"/>
                </a:solidFill>
              </a:defRPr>
            </a:lvl1pPr>
          </a:lstStyle>
          <a:p>
            <a:r>
              <a:rPr lang="en-US" altLang="zh-CN"/>
              <a:t>Click to edit Master subtitle style</a:t>
            </a:r>
          </a:p>
        </p:txBody>
      </p:sp>
      <p:sp>
        <p:nvSpPr>
          <p:cNvPr id="3074" name="Rectangle 2"/>
          <p:cNvSpPr>
            <a:spLocks noGrp="1" noChangeArrowheads="1"/>
          </p:cNvSpPr>
          <p:nvPr>
            <p:ph type="ctrTitle"/>
          </p:nvPr>
        </p:nvSpPr>
        <p:spPr>
          <a:xfrm>
            <a:off x="381000" y="1371600"/>
            <a:ext cx="8153400" cy="762000"/>
          </a:xfrm>
        </p:spPr>
        <p:txBody>
          <a:bodyPr/>
          <a:lstStyle>
            <a:lvl1pPr>
              <a:defRPr sz="4400">
                <a:solidFill>
                  <a:schemeClr val="tx2"/>
                </a:solidFill>
              </a:defRPr>
            </a:lvl1pPr>
          </a:lstStyle>
          <a:p>
            <a:r>
              <a:rPr lang="en-US" altLang="zh-CN"/>
              <a:t>Click to edit Master title style</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SIE. BIT</a:t>
            </a:r>
          </a:p>
        </p:txBody>
      </p:sp>
      <p:sp>
        <p:nvSpPr>
          <p:cNvPr id="6" name="灯片编号占位符 5"/>
          <p:cNvSpPr>
            <a:spLocks noGrp="1"/>
          </p:cNvSpPr>
          <p:nvPr>
            <p:ph type="sldNum" sz="quarter" idx="12"/>
          </p:nvPr>
        </p:nvSpPr>
        <p:spPr/>
        <p:txBody>
          <a:bodyPr/>
          <a:lstStyle>
            <a:lvl1pPr>
              <a:defRPr/>
            </a:lvl1pPr>
          </a:lstStyle>
          <a:p>
            <a:fld id="{079FE960-50C1-4131-A560-F5C16ABD0682}" type="slidenum">
              <a:rPr lang="zh-CN" altLang="en-US"/>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SIE. BIT</a:t>
            </a:r>
          </a:p>
        </p:txBody>
      </p:sp>
      <p:sp>
        <p:nvSpPr>
          <p:cNvPr id="6" name="灯片编号占位符 5"/>
          <p:cNvSpPr>
            <a:spLocks noGrp="1"/>
          </p:cNvSpPr>
          <p:nvPr>
            <p:ph type="sldNum" sz="quarter" idx="12"/>
          </p:nvPr>
        </p:nvSpPr>
        <p:spPr/>
        <p:txBody>
          <a:bodyPr/>
          <a:lstStyle>
            <a:lvl1pPr>
              <a:defRPr/>
            </a:lvl1pPr>
          </a:lstStyle>
          <a:p>
            <a:fld id="{165CAFAC-0CAC-4BDA-BA52-4405ED6BF6DB}" type="slidenum">
              <a:rPr lang="zh-CN" altLang="en-US"/>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676400"/>
            <a:ext cx="38481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86300" y="1676400"/>
            <a:ext cx="38481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SIE. BIT</a:t>
            </a:r>
          </a:p>
        </p:txBody>
      </p:sp>
      <p:sp>
        <p:nvSpPr>
          <p:cNvPr id="7" name="灯片编号占位符 6"/>
          <p:cNvSpPr>
            <a:spLocks noGrp="1"/>
          </p:cNvSpPr>
          <p:nvPr>
            <p:ph type="sldNum" sz="quarter" idx="12"/>
          </p:nvPr>
        </p:nvSpPr>
        <p:spPr/>
        <p:txBody>
          <a:bodyPr/>
          <a:lstStyle>
            <a:lvl1pPr>
              <a:defRPr/>
            </a:lvl1pPr>
          </a:lstStyle>
          <a:p>
            <a:fld id="{2572A008-3F74-42A5-BFC3-65054275DE60}" type="slidenum">
              <a:rPr lang="zh-CN" altLang="en-US"/>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en-US" altLang="zh-CN"/>
              <a:t>SIE. BIT</a:t>
            </a:r>
          </a:p>
        </p:txBody>
      </p:sp>
      <p:sp>
        <p:nvSpPr>
          <p:cNvPr id="9" name="灯片编号占位符 8"/>
          <p:cNvSpPr>
            <a:spLocks noGrp="1"/>
          </p:cNvSpPr>
          <p:nvPr>
            <p:ph type="sldNum" sz="quarter" idx="12"/>
          </p:nvPr>
        </p:nvSpPr>
        <p:spPr/>
        <p:txBody>
          <a:bodyPr/>
          <a:lstStyle>
            <a:lvl1pPr>
              <a:defRPr/>
            </a:lvl1pPr>
          </a:lstStyle>
          <a:p>
            <a:fld id="{46072D99-AAB7-4A57-BF9F-65FBACC256A7}" type="slidenum">
              <a:rPr lang="zh-CN" altLang="en-US"/>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en-US" altLang="zh-CN"/>
              <a:t>SIE. BIT</a:t>
            </a:r>
          </a:p>
        </p:txBody>
      </p:sp>
      <p:sp>
        <p:nvSpPr>
          <p:cNvPr id="5" name="灯片编号占位符 4"/>
          <p:cNvSpPr>
            <a:spLocks noGrp="1"/>
          </p:cNvSpPr>
          <p:nvPr>
            <p:ph type="sldNum" sz="quarter" idx="12"/>
          </p:nvPr>
        </p:nvSpPr>
        <p:spPr/>
        <p:txBody>
          <a:bodyPr/>
          <a:lstStyle>
            <a:lvl1pPr>
              <a:defRPr/>
            </a:lvl1pPr>
          </a:lstStyle>
          <a:p>
            <a:fld id="{0FD3FA16-C00F-4CF1-A020-DC2B2E934E52}" type="slidenum">
              <a:rPr lang="zh-CN" altLang="en-US"/>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en-US" altLang="zh-CN"/>
              <a:t>SIE. BIT</a:t>
            </a:r>
          </a:p>
        </p:txBody>
      </p:sp>
      <p:sp>
        <p:nvSpPr>
          <p:cNvPr id="4" name="灯片编号占位符 3"/>
          <p:cNvSpPr>
            <a:spLocks noGrp="1"/>
          </p:cNvSpPr>
          <p:nvPr>
            <p:ph type="sldNum" sz="quarter" idx="12"/>
          </p:nvPr>
        </p:nvSpPr>
        <p:spPr/>
        <p:txBody>
          <a:bodyPr/>
          <a:lstStyle>
            <a:lvl1pPr>
              <a:defRPr/>
            </a:lvl1pPr>
          </a:lstStyle>
          <a:p>
            <a:fld id="{46349208-2414-4294-A24B-5A746BBA837B}" type="slidenum">
              <a:rPr lang="zh-CN" altLang="en-US"/>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SIE. BIT</a:t>
            </a:r>
          </a:p>
        </p:txBody>
      </p:sp>
      <p:sp>
        <p:nvSpPr>
          <p:cNvPr id="7" name="灯片编号占位符 6"/>
          <p:cNvSpPr>
            <a:spLocks noGrp="1"/>
          </p:cNvSpPr>
          <p:nvPr>
            <p:ph type="sldNum" sz="quarter" idx="12"/>
          </p:nvPr>
        </p:nvSpPr>
        <p:spPr/>
        <p:txBody>
          <a:bodyPr/>
          <a:lstStyle>
            <a:lvl1pPr>
              <a:defRPr/>
            </a:lvl1pPr>
          </a:lstStyle>
          <a:p>
            <a:fld id="{FDA781AD-86B2-4B98-83EC-7FF6D669E52F}" type="slidenum">
              <a:rPr lang="zh-CN" altLang="en-US"/>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SIE. BIT</a:t>
            </a:r>
          </a:p>
        </p:txBody>
      </p:sp>
      <p:sp>
        <p:nvSpPr>
          <p:cNvPr id="7" name="灯片编号占位符 6"/>
          <p:cNvSpPr>
            <a:spLocks noGrp="1"/>
          </p:cNvSpPr>
          <p:nvPr>
            <p:ph type="sldNum" sz="quarter" idx="12"/>
          </p:nvPr>
        </p:nvSpPr>
        <p:spPr/>
        <p:txBody>
          <a:bodyPr/>
          <a:lstStyle>
            <a:lvl1pPr>
              <a:defRPr/>
            </a:lvl1pPr>
          </a:lstStyle>
          <a:p>
            <a:fld id="{444A7E73-CBE5-4A2A-8130-66514079431E}" type="slidenum">
              <a:rPr lang="zh-CN" altLang="en-US"/>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SIE. BIT</a:t>
            </a:r>
          </a:p>
        </p:txBody>
      </p:sp>
      <p:sp>
        <p:nvSpPr>
          <p:cNvPr id="6" name="灯片编号占位符 5"/>
          <p:cNvSpPr>
            <a:spLocks noGrp="1"/>
          </p:cNvSpPr>
          <p:nvPr>
            <p:ph type="sldNum" sz="quarter" idx="12"/>
          </p:nvPr>
        </p:nvSpPr>
        <p:spPr/>
        <p:txBody>
          <a:bodyPr/>
          <a:lstStyle>
            <a:lvl1pPr>
              <a:defRPr/>
            </a:lvl1pPr>
          </a:lstStyle>
          <a:p>
            <a:fld id="{0FD45356-670B-41B4-9A6A-BB6C0B5771CF}" type="slidenum">
              <a:rPr lang="zh-CN" altLang="en-US"/>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533400"/>
            <a:ext cx="19812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533400"/>
            <a:ext cx="5791200"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SIE. BIT</a:t>
            </a:r>
          </a:p>
        </p:txBody>
      </p:sp>
      <p:sp>
        <p:nvSpPr>
          <p:cNvPr id="6" name="灯片编号占位符 5"/>
          <p:cNvSpPr>
            <a:spLocks noGrp="1"/>
          </p:cNvSpPr>
          <p:nvPr>
            <p:ph type="sldNum" sz="quarter" idx="12"/>
          </p:nvPr>
        </p:nvSpPr>
        <p:spPr/>
        <p:txBody>
          <a:bodyPr/>
          <a:lstStyle>
            <a:lvl1pPr>
              <a:defRPr/>
            </a:lvl1pPr>
          </a:lstStyle>
          <a:p>
            <a:fld id="{280B5574-92F2-4D77-98F4-255E035AD4F9}" type="slidenum">
              <a:rPr lang="zh-CN" altLang="en-US"/>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533400"/>
            <a:ext cx="79248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76400"/>
            <a:ext cx="3848100" cy="4648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86300" y="1676400"/>
            <a:ext cx="3848100" cy="4648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85800" y="6486525"/>
            <a:ext cx="1828800" cy="228600"/>
          </a:xfrm>
        </p:spPr>
        <p:txBody>
          <a:bodyPr/>
          <a:lstStyle>
            <a:lvl1pPr>
              <a:defRPr/>
            </a:lvl1pPr>
          </a:lstStyle>
          <a:p>
            <a:endParaRPr lang="en-US" altLang="zh-CN"/>
          </a:p>
        </p:txBody>
      </p:sp>
      <p:sp>
        <p:nvSpPr>
          <p:cNvPr id="6" name="页脚占位符 5"/>
          <p:cNvSpPr>
            <a:spLocks noGrp="1"/>
          </p:cNvSpPr>
          <p:nvPr>
            <p:ph type="ftr" sz="quarter" idx="11"/>
          </p:nvPr>
        </p:nvSpPr>
        <p:spPr>
          <a:xfrm>
            <a:off x="6781800" y="6477000"/>
            <a:ext cx="1905000" cy="228600"/>
          </a:xfrm>
        </p:spPr>
        <p:txBody>
          <a:bodyPr/>
          <a:lstStyle>
            <a:lvl1pPr>
              <a:defRPr/>
            </a:lvl1pPr>
          </a:lstStyle>
          <a:p>
            <a:r>
              <a:rPr lang="en-US" altLang="zh-CN"/>
              <a:t>SIE. BIT</a:t>
            </a:r>
          </a:p>
        </p:txBody>
      </p:sp>
      <p:sp>
        <p:nvSpPr>
          <p:cNvPr id="7" name="灯片编号占位符 6"/>
          <p:cNvSpPr>
            <a:spLocks noGrp="1"/>
          </p:cNvSpPr>
          <p:nvPr>
            <p:ph type="sldNum" sz="quarter" idx="12"/>
          </p:nvPr>
        </p:nvSpPr>
        <p:spPr>
          <a:xfrm>
            <a:off x="3756025" y="6475413"/>
            <a:ext cx="2133600" cy="228600"/>
          </a:xfrm>
        </p:spPr>
        <p:txBody>
          <a:bodyPr/>
          <a:lstStyle>
            <a:lvl1pPr>
              <a:defRPr/>
            </a:lvl1pPr>
          </a:lstStyle>
          <a:p>
            <a:fld id="{78F79310-8B66-48E8-970E-48732123FFA4}" type="slidenum">
              <a:rPr lang="zh-CN" altLang="en-US"/>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685800" y="1676400"/>
            <a:ext cx="7848600" cy="4648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8" name="Rectangle 4"/>
          <p:cNvSpPr>
            <a:spLocks noGrp="1" noChangeArrowheads="1"/>
          </p:cNvSpPr>
          <p:nvPr>
            <p:ph type="dt" sz="half" idx="2"/>
          </p:nvPr>
        </p:nvSpPr>
        <p:spPr bwMode="gray">
          <a:xfrm>
            <a:off x="685800" y="6486525"/>
            <a:ext cx="18288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fontAlgn="base">
              <a:defRPr sz="1200">
                <a:solidFill>
                  <a:schemeClr val="tx2"/>
                </a:solidFill>
                <a:latin typeface="+mn-lt"/>
                <a:ea typeface="宋体" pitchFamily="2" charset="-122"/>
              </a:defRPr>
            </a:lvl1pPr>
          </a:lstStyle>
          <a:p>
            <a:endParaRPr lang="en-US" altLang="zh-CN"/>
          </a:p>
        </p:txBody>
      </p:sp>
      <p:sp>
        <p:nvSpPr>
          <p:cNvPr id="1029" name="Rectangle 5"/>
          <p:cNvSpPr>
            <a:spLocks noGrp="1" noChangeArrowheads="1"/>
          </p:cNvSpPr>
          <p:nvPr>
            <p:ph type="ftr" sz="quarter" idx="3"/>
          </p:nvPr>
        </p:nvSpPr>
        <p:spPr bwMode="gray">
          <a:xfrm>
            <a:off x="6781800" y="64770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base">
              <a:defRPr sz="1200" b="1">
                <a:solidFill>
                  <a:schemeClr val="tx2"/>
                </a:solidFill>
                <a:latin typeface="+mn-lt"/>
                <a:ea typeface="宋体" pitchFamily="2" charset="-122"/>
              </a:defRPr>
            </a:lvl1pPr>
          </a:lstStyle>
          <a:p>
            <a:r>
              <a:rPr lang="en-US" altLang="zh-CN"/>
              <a:t>SIE. BIT</a:t>
            </a:r>
          </a:p>
        </p:txBody>
      </p:sp>
      <p:sp>
        <p:nvSpPr>
          <p:cNvPr id="1030" name="Rectangle 6"/>
          <p:cNvSpPr>
            <a:spLocks noGrp="1" noChangeArrowheads="1"/>
          </p:cNvSpPr>
          <p:nvPr>
            <p:ph type="sldNum" sz="quarter" idx="4"/>
          </p:nvPr>
        </p:nvSpPr>
        <p:spPr bwMode="gray">
          <a:xfrm>
            <a:off x="3756025" y="6475413"/>
            <a:ext cx="21336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fontAlgn="base">
              <a:defRPr sz="1200">
                <a:solidFill>
                  <a:schemeClr val="tx2"/>
                </a:solidFill>
                <a:latin typeface="+mn-lt"/>
                <a:ea typeface="宋体" pitchFamily="2" charset="-122"/>
              </a:defRPr>
            </a:lvl1pPr>
          </a:lstStyle>
          <a:p>
            <a:fld id="{40C7B48A-C8D0-4BB5-AFEF-99D8CF637F32}" type="slidenum">
              <a:rPr lang="zh-CN" altLang="en-US"/>
              <a:pPr/>
              <a:t>‹#›</a:t>
            </a:fld>
            <a:endParaRPr lang="en-US" altLang="zh-CN"/>
          </a:p>
        </p:txBody>
      </p:sp>
      <p:sp>
        <p:nvSpPr>
          <p:cNvPr id="1026" name="Rectangle 2"/>
          <p:cNvSpPr>
            <a:spLocks noGrp="1" noChangeArrowheads="1"/>
          </p:cNvSpPr>
          <p:nvPr>
            <p:ph type="title"/>
          </p:nvPr>
        </p:nvSpPr>
        <p:spPr bwMode="gray">
          <a:xfrm>
            <a:off x="609600" y="533400"/>
            <a:ext cx="7924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119" name="Text Box 95"/>
          <p:cNvSpPr txBox="1">
            <a:spLocks noChangeArrowheads="1"/>
          </p:cNvSpPr>
          <p:nvPr/>
        </p:nvSpPr>
        <p:spPr bwMode="gray">
          <a:xfrm>
            <a:off x="76200" y="152400"/>
            <a:ext cx="5943600" cy="369332"/>
          </a:xfrm>
          <a:prstGeom prst="rect">
            <a:avLst/>
          </a:prstGeom>
          <a:noFill/>
          <a:ln w="9525">
            <a:noFill/>
            <a:miter lim="800000"/>
            <a:headEnd/>
            <a:tailEnd/>
          </a:ln>
          <a:effectLst/>
        </p:spPr>
        <p:txBody>
          <a:bodyPr wrap="square">
            <a:spAutoFit/>
          </a:bodyPr>
          <a:lstStyle/>
          <a:p>
            <a:pPr fontAlgn="base"/>
            <a:r>
              <a:rPr lang="zh-CN" altLang="en-US" b="1" dirty="0">
                <a:solidFill>
                  <a:schemeClr val="accent2"/>
                </a:solidFill>
                <a:effectLst>
                  <a:outerShdw blurRad="38100" dist="38100" dir="2700000" algn="tl">
                    <a:srgbClr val="C0C0C0"/>
                  </a:outerShdw>
                </a:effectLst>
                <a:latin typeface="MS Mincho" pitchFamily="49" charset="-128"/>
                <a:ea typeface="宋体" pitchFamily="2" charset="-122"/>
              </a:rPr>
              <a:t>数据结构与算法</a:t>
            </a:r>
            <a:r>
              <a:rPr lang="zh-CN" altLang="en-US" b="1" dirty="0" smtClean="0">
                <a:solidFill>
                  <a:schemeClr val="accent2"/>
                </a:solidFill>
                <a:effectLst>
                  <a:outerShdw blurRad="38100" dist="38100" dir="2700000" algn="tl">
                    <a:srgbClr val="C0C0C0"/>
                  </a:outerShdw>
                </a:effectLst>
                <a:latin typeface="MS Mincho" pitchFamily="49" charset="-128"/>
                <a:ea typeface="宋体" pitchFamily="2" charset="-122"/>
              </a:rPr>
              <a:t>设计</a:t>
            </a:r>
            <a:r>
              <a:rPr lang="en-US" altLang="zh-CN" b="1" dirty="0" smtClean="0">
                <a:solidFill>
                  <a:schemeClr val="accent2"/>
                </a:solidFill>
                <a:effectLst>
                  <a:outerShdw blurRad="38100" dist="38100" dir="2700000" algn="tl">
                    <a:srgbClr val="C0C0C0"/>
                  </a:outerShdw>
                </a:effectLst>
                <a:latin typeface="MS Mincho" pitchFamily="49" charset="-128"/>
                <a:ea typeface="宋体" pitchFamily="2" charset="-122"/>
              </a:rPr>
              <a:t>-</a:t>
            </a:r>
            <a:r>
              <a:rPr lang="zh-CN" altLang="en-US" b="1" dirty="0" smtClean="0">
                <a:solidFill>
                  <a:schemeClr val="accent2"/>
                </a:solidFill>
                <a:effectLst>
                  <a:outerShdw blurRad="38100" dist="38100" dir="2700000" algn="tl">
                    <a:srgbClr val="C0C0C0"/>
                  </a:outerShdw>
                </a:effectLst>
                <a:latin typeface="MS Mincho" pitchFamily="49" charset="-128"/>
                <a:ea typeface="宋体" pitchFamily="2" charset="-122"/>
              </a:rPr>
              <a:t>上机补充讲义</a:t>
            </a:r>
            <a:endParaRPr lang="zh-CN" altLang="en-US" b="1" dirty="0">
              <a:solidFill>
                <a:schemeClr val="accent2"/>
              </a:solidFill>
              <a:effectLst>
                <a:outerShdw blurRad="38100" dist="38100" dir="2700000" algn="tl">
                  <a:srgbClr val="C0C0C0"/>
                </a:outerShdw>
              </a:effectLst>
              <a:latin typeface="MS Mincho" pitchFamily="49" charset="-128"/>
              <a:ea typeface="宋体"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MS Mincho" pitchFamily="49" charset="-128"/>
        </a:defRPr>
      </a:lvl2pPr>
      <a:lvl3pPr algn="ctr" rtl="0" fontAlgn="base">
        <a:spcBef>
          <a:spcPct val="0"/>
        </a:spcBef>
        <a:spcAft>
          <a:spcPct val="0"/>
        </a:spcAft>
        <a:defRPr sz="3200" b="1">
          <a:solidFill>
            <a:schemeClr val="bg1"/>
          </a:solidFill>
          <a:latin typeface="MS Mincho" pitchFamily="49" charset="-128"/>
        </a:defRPr>
      </a:lvl3pPr>
      <a:lvl4pPr algn="ctr" rtl="0" fontAlgn="base">
        <a:spcBef>
          <a:spcPct val="0"/>
        </a:spcBef>
        <a:spcAft>
          <a:spcPct val="0"/>
        </a:spcAft>
        <a:defRPr sz="3200" b="1">
          <a:solidFill>
            <a:schemeClr val="bg1"/>
          </a:solidFill>
          <a:latin typeface="MS Mincho" pitchFamily="49" charset="-128"/>
        </a:defRPr>
      </a:lvl4pPr>
      <a:lvl5pPr algn="ctr" rtl="0" fontAlgn="base">
        <a:spcBef>
          <a:spcPct val="0"/>
        </a:spcBef>
        <a:spcAft>
          <a:spcPct val="0"/>
        </a:spcAft>
        <a:defRPr sz="3200" b="1">
          <a:solidFill>
            <a:schemeClr val="bg1"/>
          </a:solidFill>
          <a:latin typeface="MS Mincho" pitchFamily="49" charset="-128"/>
        </a:defRPr>
      </a:lvl5pPr>
      <a:lvl6pPr marL="457200" algn="ctr" rtl="0" fontAlgn="base">
        <a:spcBef>
          <a:spcPct val="0"/>
        </a:spcBef>
        <a:spcAft>
          <a:spcPct val="0"/>
        </a:spcAft>
        <a:defRPr sz="3200" b="1">
          <a:solidFill>
            <a:schemeClr val="bg1"/>
          </a:solidFill>
          <a:latin typeface="MS Mincho" pitchFamily="49" charset="-128"/>
        </a:defRPr>
      </a:lvl6pPr>
      <a:lvl7pPr marL="914400" algn="ctr" rtl="0" fontAlgn="base">
        <a:spcBef>
          <a:spcPct val="0"/>
        </a:spcBef>
        <a:spcAft>
          <a:spcPct val="0"/>
        </a:spcAft>
        <a:defRPr sz="3200" b="1">
          <a:solidFill>
            <a:schemeClr val="bg1"/>
          </a:solidFill>
          <a:latin typeface="MS Mincho" pitchFamily="49" charset="-128"/>
        </a:defRPr>
      </a:lvl7pPr>
      <a:lvl8pPr marL="1371600" algn="ctr" rtl="0" fontAlgn="base">
        <a:spcBef>
          <a:spcPct val="0"/>
        </a:spcBef>
        <a:spcAft>
          <a:spcPct val="0"/>
        </a:spcAft>
        <a:defRPr sz="3200" b="1">
          <a:solidFill>
            <a:schemeClr val="bg1"/>
          </a:solidFill>
          <a:latin typeface="MS Mincho" pitchFamily="49" charset="-128"/>
        </a:defRPr>
      </a:lvl8pPr>
      <a:lvl9pPr marL="1828800" algn="ctr" rtl="0" fontAlgn="base">
        <a:spcBef>
          <a:spcPct val="0"/>
        </a:spcBef>
        <a:spcAft>
          <a:spcPct val="0"/>
        </a:spcAft>
        <a:defRPr sz="3200" b="1">
          <a:solidFill>
            <a:schemeClr val="bg1"/>
          </a:solidFill>
          <a:latin typeface="MS Mincho" pitchFamily="49" charset="-128"/>
        </a:defRPr>
      </a:lvl9pPr>
    </p:titleStyle>
    <p:bodyStyle>
      <a:lvl1pPr marL="342900" indent="-342900" algn="l" rtl="0" fontAlgn="base">
        <a:spcBef>
          <a:spcPct val="20000"/>
        </a:spcBef>
        <a:spcAft>
          <a:spcPct val="0"/>
        </a:spcAft>
        <a:buClr>
          <a:schemeClr val="tx2"/>
        </a:buClr>
        <a:buFont typeface="Wingdings" pitchFamily="2" charset="2"/>
        <a:buChar char="§"/>
        <a:defRPr sz="2800">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fontAlgn="base">
        <a:spcBef>
          <a:spcPct val="20000"/>
        </a:spcBef>
        <a:spcAft>
          <a:spcPct val="0"/>
        </a:spcAft>
        <a:buClr>
          <a:schemeClr val="tx1"/>
        </a:buClr>
        <a:buChar char="•"/>
        <a:defRPr sz="2000">
          <a:solidFill>
            <a:schemeClr val="tx1"/>
          </a:solidFill>
          <a:latin typeface="+mn-lt"/>
        </a:defRPr>
      </a:lvl3pPr>
      <a:lvl4pPr marL="1600200" indent="-228600" algn="l" rtl="0" fontAlgn="base">
        <a:spcBef>
          <a:spcPct val="20000"/>
        </a:spcBef>
        <a:spcAft>
          <a:spcPct val="0"/>
        </a:spcAft>
        <a:buChar char="–"/>
        <a:defRPr>
          <a:solidFill>
            <a:schemeClr val="tx1"/>
          </a:solidFill>
          <a:latin typeface="+mn-lt"/>
        </a:defRPr>
      </a:lvl4pPr>
      <a:lvl5pPr marL="2057400" indent="-228600" algn="l" rtl="0" fontAlgn="base">
        <a:spcBef>
          <a:spcPct val="20000"/>
        </a:spcBef>
        <a:spcAft>
          <a:spcPct val="0"/>
        </a:spcAft>
        <a:buChar char="»"/>
        <a:defRPr>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SIE. BIT</a:t>
            </a:r>
          </a:p>
        </p:txBody>
      </p:sp>
      <p:sp>
        <p:nvSpPr>
          <p:cNvPr id="140290" name="Rectangle 2"/>
          <p:cNvSpPr>
            <a:spLocks noGrp="1" noChangeArrowheads="1"/>
          </p:cNvSpPr>
          <p:nvPr>
            <p:ph type="title"/>
          </p:nvPr>
        </p:nvSpPr>
        <p:spPr/>
        <p:txBody>
          <a:bodyPr/>
          <a:lstStyle/>
          <a:p>
            <a:endParaRPr lang="zh-CN" altLang="en-US" dirty="0">
              <a:ea typeface="宋体" pitchFamily="2" charset="-122"/>
            </a:endParaRPr>
          </a:p>
        </p:txBody>
      </p:sp>
      <p:sp>
        <p:nvSpPr>
          <p:cNvPr id="140291" name="WordArt 3"/>
          <p:cNvSpPr>
            <a:spLocks noChangeArrowheads="1" noChangeShapeType="1" noTextEdit="1"/>
          </p:cNvSpPr>
          <p:nvPr/>
        </p:nvSpPr>
        <p:spPr bwMode="auto">
          <a:xfrm>
            <a:off x="228599" y="2133600"/>
            <a:ext cx="8686801" cy="2286000"/>
          </a:xfrm>
          <a:prstGeom prst="rect">
            <a:avLst/>
          </a:prstGeom>
        </p:spPr>
        <p:txBody>
          <a:bodyPr wrap="none" fromWordArt="1">
            <a:prstTxWarp prst="textPlain">
              <a:avLst>
                <a:gd name="adj" fmla="val 49252"/>
              </a:avLst>
            </a:prstTxWarp>
          </a:bodyPr>
          <a:lstStyle/>
          <a:p>
            <a:pPr algn="ctr"/>
            <a:r>
              <a:rPr lang="zh-CN" altLang="en-US" sz="5400" b="1" kern="10" dirty="0" smtClean="0">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黑体" pitchFamily="49" charset="-122"/>
                <a:ea typeface="黑体" pitchFamily="49" charset="-122"/>
              </a:rPr>
              <a:t>程序调试入门（</a:t>
            </a:r>
            <a:r>
              <a:rPr lang="en-US" altLang="zh-CN" sz="5400" b="1" kern="10" dirty="0" smtClean="0">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黑体" pitchFamily="49" charset="-122"/>
                <a:ea typeface="黑体" pitchFamily="49" charset="-122"/>
              </a:rPr>
              <a:t>C</a:t>
            </a:r>
            <a:r>
              <a:rPr lang="zh-CN" altLang="en-US" sz="5400" b="1" kern="10" dirty="0" smtClean="0">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黑体" pitchFamily="49" charset="-122"/>
                <a:ea typeface="黑体" pitchFamily="49" charset="-122"/>
              </a:rPr>
              <a:t>、</a:t>
            </a:r>
            <a:r>
              <a:rPr lang="en-US" altLang="zh-CN" sz="5400" b="1" kern="10" dirty="0" smtClean="0">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黑体" pitchFamily="49" charset="-122"/>
                <a:ea typeface="黑体" pitchFamily="49" charset="-122"/>
              </a:rPr>
              <a:t>C++)</a:t>
            </a:r>
            <a:endParaRPr lang="zh-CN" altLang="en-US" sz="5400" b="1" kern="10" dirty="0">
              <a:ln w="9525">
                <a:no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页脚占位符 4"/>
          <p:cNvSpPr>
            <a:spLocks noGrp="1"/>
          </p:cNvSpPr>
          <p:nvPr>
            <p:ph type="ftr" sz="quarter" idx="11"/>
          </p:nvPr>
        </p:nvSpPr>
        <p:spPr/>
        <p:txBody>
          <a:bodyPr/>
          <a:lstStyle/>
          <a:p>
            <a:r>
              <a:rPr lang="en-US" altLang="zh-CN"/>
              <a:t>SIE. BIT</a:t>
            </a:r>
          </a:p>
        </p:txBody>
      </p:sp>
      <p:sp>
        <p:nvSpPr>
          <p:cNvPr id="147458" name="Rectangle 2"/>
          <p:cNvSpPr>
            <a:spLocks noGrp="1" noChangeArrowheads="1"/>
          </p:cNvSpPr>
          <p:nvPr>
            <p:ph type="title"/>
          </p:nvPr>
        </p:nvSpPr>
        <p:spPr/>
        <p:txBody>
          <a:bodyPr/>
          <a:lstStyle/>
          <a:p>
            <a:r>
              <a:rPr lang="zh-CN" altLang="en-US">
                <a:ea typeface="宋体" pitchFamily="2" charset="-122"/>
              </a:rPr>
              <a:t>提纲</a:t>
            </a:r>
            <a:endParaRPr lang="zh-CN" altLang="en-US">
              <a:solidFill>
                <a:schemeClr val="accent1"/>
              </a:solidFill>
              <a:ea typeface="宋体" pitchFamily="2" charset="-122"/>
            </a:endParaRPr>
          </a:p>
        </p:txBody>
      </p:sp>
      <p:sp>
        <p:nvSpPr>
          <p:cNvPr id="147459" name="Text Box 3"/>
          <p:cNvSpPr txBox="1">
            <a:spLocks noChangeArrowheads="1"/>
          </p:cNvSpPr>
          <p:nvPr/>
        </p:nvSpPr>
        <p:spPr bwMode="auto">
          <a:xfrm>
            <a:off x="1660525" y="722313"/>
            <a:ext cx="184150" cy="366712"/>
          </a:xfrm>
          <a:prstGeom prst="rect">
            <a:avLst/>
          </a:prstGeom>
          <a:noFill/>
          <a:ln w="9525">
            <a:noFill/>
            <a:miter lim="800000"/>
            <a:headEnd/>
            <a:tailEnd/>
          </a:ln>
          <a:effectLst/>
        </p:spPr>
        <p:txBody>
          <a:bodyPr wrap="none">
            <a:spAutoFit/>
          </a:bodyPr>
          <a:lstStyle/>
          <a:p>
            <a:pPr fontAlgn="base"/>
            <a:endParaRPr lang="zh-CN" altLang="en-US">
              <a:latin typeface="MS Mincho" pitchFamily="49" charset="-128"/>
              <a:ea typeface="宋体" pitchFamily="2" charset="-122"/>
            </a:endParaRPr>
          </a:p>
        </p:txBody>
      </p:sp>
      <p:grpSp>
        <p:nvGrpSpPr>
          <p:cNvPr id="147460" name="Group 4"/>
          <p:cNvGrpSpPr>
            <a:grpSpLocks/>
          </p:cNvGrpSpPr>
          <p:nvPr/>
        </p:nvGrpSpPr>
        <p:grpSpPr bwMode="auto">
          <a:xfrm>
            <a:off x="2133600" y="1752600"/>
            <a:ext cx="4953000" cy="990600"/>
            <a:chOff x="1296" y="1824"/>
            <a:chExt cx="2976" cy="475"/>
          </a:xfrm>
        </p:grpSpPr>
        <p:sp>
          <p:nvSpPr>
            <p:cNvPr id="147461" name="AutoShape 5"/>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sz="2800"/>
            </a:p>
          </p:txBody>
        </p:sp>
        <p:sp>
          <p:nvSpPr>
            <p:cNvPr id="147462" name="AutoShape 6"/>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sz="2800"/>
            </a:p>
          </p:txBody>
        </p:sp>
        <p:sp>
          <p:nvSpPr>
            <p:cNvPr id="147463" name="Text Box 7"/>
            <p:cNvSpPr txBox="1">
              <a:spLocks noChangeArrowheads="1"/>
            </p:cNvSpPr>
            <p:nvPr/>
          </p:nvSpPr>
          <p:spPr bwMode="gray">
            <a:xfrm>
              <a:off x="1680" y="1934"/>
              <a:ext cx="2160" cy="330"/>
            </a:xfrm>
            <a:prstGeom prst="rect">
              <a:avLst/>
            </a:prstGeom>
            <a:noFill/>
            <a:ln w="9525" algn="ctr">
              <a:noFill/>
              <a:miter lim="800000"/>
              <a:headEnd/>
              <a:tailEnd/>
            </a:ln>
            <a:effectLst/>
          </p:spPr>
          <p:txBody>
            <a:bodyPr>
              <a:spAutoFit/>
            </a:bodyPr>
            <a:lstStyle/>
            <a:p>
              <a:pPr algn="ctr" eaLnBrk="0" fontAlgn="base" hangingPunct="0"/>
              <a:r>
                <a:rPr lang="zh-CN" altLang="en-US" sz="2800" b="1" dirty="0" smtClean="0">
                  <a:solidFill>
                    <a:srgbClr val="000000"/>
                  </a:solidFill>
                  <a:latin typeface="Adobe 楷体 Std R" pitchFamily="18" charset="-122"/>
                  <a:ea typeface="Adobe 楷体 Std R" pitchFamily="18" charset="-122"/>
                </a:rPr>
                <a:t>调试有关基本概念</a:t>
              </a:r>
              <a:endParaRPr lang="zh-CN" altLang="en-US" sz="2800" b="1" dirty="0">
                <a:solidFill>
                  <a:srgbClr val="000000"/>
                </a:solidFill>
                <a:latin typeface="Adobe 楷体 Std R" pitchFamily="18" charset="-122"/>
                <a:ea typeface="Adobe 楷体 Std R" pitchFamily="18" charset="-122"/>
              </a:endParaRPr>
            </a:p>
          </p:txBody>
        </p:sp>
        <p:sp>
          <p:nvSpPr>
            <p:cNvPr id="147464" name="Text Box 8"/>
            <p:cNvSpPr txBox="1">
              <a:spLocks noChangeArrowheads="1"/>
            </p:cNvSpPr>
            <p:nvPr/>
          </p:nvSpPr>
          <p:spPr bwMode="gray">
            <a:xfrm>
              <a:off x="1392" y="1892"/>
              <a:ext cx="226" cy="407"/>
            </a:xfrm>
            <a:prstGeom prst="rect">
              <a:avLst/>
            </a:prstGeom>
            <a:noFill/>
            <a:ln w="9525" algn="ctr">
              <a:noFill/>
              <a:miter lim="800000"/>
              <a:headEnd/>
              <a:tailEnd/>
            </a:ln>
            <a:effectLst/>
          </p:spPr>
          <p:txBody>
            <a:bodyPr wrap="none">
              <a:spAutoFit/>
            </a:bodyPr>
            <a:lstStyle/>
            <a:p>
              <a:pPr algn="ctr" eaLnBrk="0" fontAlgn="base" hangingPunct="0"/>
              <a:r>
                <a:rPr lang="en-US" altLang="zh-CN" sz="3600">
                  <a:solidFill>
                    <a:schemeClr val="bg1"/>
                  </a:solidFill>
                  <a:latin typeface="Adobe 楷体 Std R" pitchFamily="18" charset="-122"/>
                  <a:ea typeface="Adobe 楷体 Std R" pitchFamily="18" charset="-122"/>
                </a:rPr>
                <a:t>1</a:t>
              </a:r>
            </a:p>
          </p:txBody>
        </p:sp>
      </p:grpSp>
      <p:grpSp>
        <p:nvGrpSpPr>
          <p:cNvPr id="147465" name="Group 9"/>
          <p:cNvGrpSpPr>
            <a:grpSpLocks/>
          </p:cNvGrpSpPr>
          <p:nvPr/>
        </p:nvGrpSpPr>
        <p:grpSpPr bwMode="auto">
          <a:xfrm>
            <a:off x="2133600" y="2667000"/>
            <a:ext cx="5105400" cy="1066800"/>
            <a:chOff x="1296" y="1824"/>
            <a:chExt cx="2976" cy="475"/>
          </a:xfrm>
        </p:grpSpPr>
        <p:sp>
          <p:nvSpPr>
            <p:cNvPr id="147466"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sz="2800"/>
            </a:p>
          </p:txBody>
        </p:sp>
        <p:sp>
          <p:nvSpPr>
            <p:cNvPr id="147467" name="AutoShape 11"/>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sz="2800"/>
            </a:p>
          </p:txBody>
        </p:sp>
        <p:sp>
          <p:nvSpPr>
            <p:cNvPr id="147468" name="Text Box 12"/>
            <p:cNvSpPr txBox="1">
              <a:spLocks noChangeArrowheads="1"/>
            </p:cNvSpPr>
            <p:nvPr/>
          </p:nvSpPr>
          <p:spPr bwMode="gray">
            <a:xfrm>
              <a:off x="1680" y="1934"/>
              <a:ext cx="2160" cy="330"/>
            </a:xfrm>
            <a:prstGeom prst="rect">
              <a:avLst/>
            </a:prstGeom>
            <a:noFill/>
            <a:ln w="9525" algn="ctr">
              <a:noFill/>
              <a:miter lim="800000"/>
              <a:headEnd/>
              <a:tailEnd/>
            </a:ln>
            <a:effectLst/>
          </p:spPr>
          <p:txBody>
            <a:bodyPr>
              <a:spAutoFit/>
            </a:bodyPr>
            <a:lstStyle/>
            <a:p>
              <a:pPr algn="ctr" eaLnBrk="0" fontAlgn="base" hangingPunct="0"/>
              <a:r>
                <a:rPr lang="zh-CN" altLang="en-US" sz="2800" b="1" dirty="0" smtClean="0">
                  <a:solidFill>
                    <a:srgbClr val="000000"/>
                  </a:solidFill>
                  <a:latin typeface="Adobe 楷体 Std R" pitchFamily="18" charset="-122"/>
                  <a:ea typeface="Adobe 楷体 Std R" pitchFamily="18" charset="-122"/>
                </a:rPr>
                <a:t>定位错误</a:t>
              </a:r>
              <a:endParaRPr lang="en-US" altLang="zh-CN" sz="2800" b="1" dirty="0">
                <a:solidFill>
                  <a:srgbClr val="000000"/>
                </a:solidFill>
                <a:latin typeface="Adobe 楷体 Std R" pitchFamily="18" charset="-122"/>
                <a:ea typeface="Adobe 楷体 Std R" pitchFamily="18" charset="-122"/>
              </a:endParaRPr>
            </a:p>
          </p:txBody>
        </p:sp>
        <p:sp>
          <p:nvSpPr>
            <p:cNvPr id="147469" name="Text Box 13"/>
            <p:cNvSpPr txBox="1">
              <a:spLocks noChangeArrowheads="1"/>
            </p:cNvSpPr>
            <p:nvPr/>
          </p:nvSpPr>
          <p:spPr bwMode="gray">
            <a:xfrm>
              <a:off x="1369" y="1892"/>
              <a:ext cx="273" cy="407"/>
            </a:xfrm>
            <a:prstGeom prst="rect">
              <a:avLst/>
            </a:prstGeom>
            <a:noFill/>
            <a:ln w="9525" algn="ctr">
              <a:noFill/>
              <a:miter lim="800000"/>
              <a:headEnd/>
              <a:tailEnd/>
            </a:ln>
            <a:effectLst/>
          </p:spPr>
          <p:txBody>
            <a:bodyPr wrap="none">
              <a:spAutoFit/>
            </a:bodyPr>
            <a:lstStyle/>
            <a:p>
              <a:pPr algn="ctr" eaLnBrk="0" fontAlgn="base" hangingPunct="0"/>
              <a:r>
                <a:rPr lang="en-US" altLang="zh-CN" sz="3600">
                  <a:solidFill>
                    <a:schemeClr val="bg1"/>
                  </a:solidFill>
                  <a:latin typeface="Adobe 楷体 Std R" pitchFamily="18" charset="-122"/>
                  <a:ea typeface="Adobe 楷体 Std R" pitchFamily="18" charset="-122"/>
                </a:rPr>
                <a:t>2</a:t>
              </a:r>
            </a:p>
          </p:txBody>
        </p:sp>
      </p:grpSp>
      <p:grpSp>
        <p:nvGrpSpPr>
          <p:cNvPr id="147470" name="Group 14"/>
          <p:cNvGrpSpPr>
            <a:grpSpLocks/>
          </p:cNvGrpSpPr>
          <p:nvPr/>
        </p:nvGrpSpPr>
        <p:grpSpPr bwMode="auto">
          <a:xfrm>
            <a:off x="2133600" y="3657600"/>
            <a:ext cx="5029200" cy="1066800"/>
            <a:chOff x="1296" y="1824"/>
            <a:chExt cx="2976" cy="475"/>
          </a:xfrm>
        </p:grpSpPr>
        <p:sp>
          <p:nvSpPr>
            <p:cNvPr id="147471" name="AutoShape 15"/>
            <p:cNvSpPr>
              <a:spLocks noChangeArrowheads="1"/>
            </p:cNvSpPr>
            <p:nvPr/>
          </p:nvSpPr>
          <p:spPr bwMode="gray">
            <a:xfrm>
              <a:off x="1536" y="1899"/>
              <a:ext cx="2736" cy="288"/>
            </a:xfrm>
            <a:prstGeom prst="roundRect">
              <a:avLst>
                <a:gd name="adj" fmla="val 16667"/>
              </a:avLst>
            </a:prstGeom>
            <a:gradFill rotWithShape="1">
              <a:gsLst>
                <a:gs pos="0">
                  <a:schemeClr val="tx2"/>
                </a:gs>
                <a:gs pos="50000">
                  <a:schemeClr val="tx2">
                    <a:gamma/>
                    <a:tint val="21176"/>
                    <a:invGamma/>
                  </a:schemeClr>
                </a:gs>
                <a:gs pos="100000">
                  <a:schemeClr val="tx2"/>
                </a:gs>
              </a:gsLst>
              <a:lin ang="5400000" scaled="1"/>
            </a:gradFill>
            <a:ln w="12700" algn="ctr">
              <a:solidFill>
                <a:schemeClr val="bg1"/>
              </a:solidFill>
              <a:round/>
              <a:headEnd/>
              <a:tailEnd/>
            </a:ln>
            <a:effectLst/>
          </p:spPr>
          <p:txBody>
            <a:bodyPr wrap="none" anchor="ctr"/>
            <a:lstStyle/>
            <a:p>
              <a:endParaRPr lang="zh-CN" altLang="en-US" sz="2800"/>
            </a:p>
          </p:txBody>
        </p:sp>
        <p:sp>
          <p:nvSpPr>
            <p:cNvPr id="147472" name="AutoShape 16"/>
            <p:cNvSpPr>
              <a:spLocks noChangeArrowheads="1"/>
            </p:cNvSpPr>
            <p:nvPr/>
          </p:nvSpPr>
          <p:spPr bwMode="gray">
            <a:xfrm>
              <a:off x="1296" y="1824"/>
              <a:ext cx="432" cy="432"/>
            </a:xfrm>
            <a:prstGeom prst="diamond">
              <a:avLst/>
            </a:prstGeom>
            <a:solidFill>
              <a:schemeClr val="tx2"/>
            </a:solidFill>
            <a:ln w="25400" algn="ctr">
              <a:solidFill>
                <a:schemeClr val="bg1"/>
              </a:solidFill>
              <a:miter lim="800000"/>
              <a:headEnd/>
              <a:tailEnd/>
            </a:ln>
            <a:effectLst/>
          </p:spPr>
          <p:txBody>
            <a:bodyPr wrap="none" anchor="ctr"/>
            <a:lstStyle/>
            <a:p>
              <a:endParaRPr lang="zh-CN" altLang="en-US" sz="2800"/>
            </a:p>
          </p:txBody>
        </p:sp>
        <p:sp>
          <p:nvSpPr>
            <p:cNvPr id="147473" name="Text Box 17"/>
            <p:cNvSpPr txBox="1">
              <a:spLocks noChangeArrowheads="1"/>
            </p:cNvSpPr>
            <p:nvPr/>
          </p:nvSpPr>
          <p:spPr bwMode="gray">
            <a:xfrm>
              <a:off x="1680" y="1934"/>
              <a:ext cx="2160" cy="330"/>
            </a:xfrm>
            <a:prstGeom prst="rect">
              <a:avLst/>
            </a:prstGeom>
            <a:noFill/>
            <a:ln w="9525" algn="ctr">
              <a:noFill/>
              <a:miter lim="800000"/>
              <a:headEnd/>
              <a:tailEnd/>
            </a:ln>
            <a:effectLst/>
          </p:spPr>
          <p:txBody>
            <a:bodyPr>
              <a:spAutoFit/>
            </a:bodyPr>
            <a:lstStyle/>
            <a:p>
              <a:pPr algn="ctr" eaLnBrk="0" fontAlgn="base" hangingPunct="0"/>
              <a:r>
                <a:rPr lang="zh-CN" altLang="en-US" sz="2800" b="1" dirty="0" smtClean="0">
                  <a:solidFill>
                    <a:srgbClr val="000000"/>
                  </a:solidFill>
                  <a:latin typeface="Adobe 楷体 Std R" pitchFamily="18" charset="-122"/>
                  <a:ea typeface="Adobe 楷体 Std R" pitchFamily="18" charset="-122"/>
                </a:rPr>
                <a:t>修改错误</a:t>
              </a:r>
              <a:endParaRPr lang="zh-CN" altLang="en-US" sz="2800" b="1" dirty="0">
                <a:solidFill>
                  <a:srgbClr val="000000"/>
                </a:solidFill>
                <a:latin typeface="Adobe 楷体 Std R" pitchFamily="18" charset="-122"/>
                <a:ea typeface="Adobe 楷体 Std R" pitchFamily="18" charset="-122"/>
              </a:endParaRPr>
            </a:p>
          </p:txBody>
        </p:sp>
        <p:sp>
          <p:nvSpPr>
            <p:cNvPr id="147474" name="Text Box 18"/>
            <p:cNvSpPr txBox="1">
              <a:spLocks noChangeArrowheads="1"/>
            </p:cNvSpPr>
            <p:nvPr/>
          </p:nvSpPr>
          <p:spPr bwMode="gray">
            <a:xfrm>
              <a:off x="1369" y="1892"/>
              <a:ext cx="273" cy="407"/>
            </a:xfrm>
            <a:prstGeom prst="rect">
              <a:avLst/>
            </a:prstGeom>
            <a:noFill/>
            <a:ln w="9525" algn="ctr">
              <a:noFill/>
              <a:miter lim="800000"/>
              <a:headEnd/>
              <a:tailEnd/>
            </a:ln>
            <a:effectLst/>
          </p:spPr>
          <p:txBody>
            <a:bodyPr wrap="none">
              <a:spAutoFit/>
            </a:bodyPr>
            <a:lstStyle/>
            <a:p>
              <a:pPr algn="ctr" eaLnBrk="0" fontAlgn="base" hangingPunct="0"/>
              <a:r>
                <a:rPr lang="en-US" altLang="zh-CN" sz="3600">
                  <a:solidFill>
                    <a:schemeClr val="bg1"/>
                  </a:solidFill>
                  <a:latin typeface="Adobe 楷体 Std R" pitchFamily="18" charset="-122"/>
                  <a:ea typeface="Adobe 楷体 Std R" pitchFamily="18" charset="-122"/>
                </a:rPr>
                <a:t>3</a:t>
              </a:r>
            </a:p>
          </p:txBody>
        </p:sp>
      </p:grpSp>
      <p:grpSp>
        <p:nvGrpSpPr>
          <p:cNvPr id="147475" name="Group 19"/>
          <p:cNvGrpSpPr>
            <a:grpSpLocks/>
          </p:cNvGrpSpPr>
          <p:nvPr/>
        </p:nvGrpSpPr>
        <p:grpSpPr bwMode="auto">
          <a:xfrm>
            <a:off x="2133600" y="4724400"/>
            <a:ext cx="4953000" cy="990600"/>
            <a:chOff x="1296" y="1824"/>
            <a:chExt cx="2976" cy="475"/>
          </a:xfrm>
        </p:grpSpPr>
        <p:sp>
          <p:nvSpPr>
            <p:cNvPr id="147476" name="AutoShape 20"/>
            <p:cNvSpPr>
              <a:spLocks noChangeArrowheads="1"/>
            </p:cNvSpPr>
            <p:nvPr/>
          </p:nvSpPr>
          <p:spPr bwMode="gray">
            <a:xfrm>
              <a:off x="1536" y="1926"/>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sz="2800"/>
            </a:p>
          </p:txBody>
        </p:sp>
        <p:sp>
          <p:nvSpPr>
            <p:cNvPr id="147477" name="AutoShape 21"/>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sz="2800"/>
            </a:p>
          </p:txBody>
        </p:sp>
        <p:sp>
          <p:nvSpPr>
            <p:cNvPr id="147478" name="Text Box 22"/>
            <p:cNvSpPr txBox="1">
              <a:spLocks noChangeArrowheads="1"/>
            </p:cNvSpPr>
            <p:nvPr/>
          </p:nvSpPr>
          <p:spPr bwMode="gray">
            <a:xfrm>
              <a:off x="1680" y="1934"/>
              <a:ext cx="2160" cy="330"/>
            </a:xfrm>
            <a:prstGeom prst="rect">
              <a:avLst/>
            </a:prstGeom>
            <a:noFill/>
            <a:ln w="9525" algn="ctr">
              <a:noFill/>
              <a:miter lim="800000"/>
              <a:headEnd/>
              <a:tailEnd/>
            </a:ln>
            <a:effectLst/>
          </p:spPr>
          <p:txBody>
            <a:bodyPr>
              <a:spAutoFit/>
            </a:bodyPr>
            <a:lstStyle/>
            <a:p>
              <a:pPr algn="ctr" eaLnBrk="0" fontAlgn="base" hangingPunct="0"/>
              <a:r>
                <a:rPr lang="zh-CN" altLang="en-US" sz="2800" b="1" dirty="0" smtClean="0">
                  <a:solidFill>
                    <a:srgbClr val="000000"/>
                  </a:solidFill>
                  <a:latin typeface="Adobe 楷体 Std R" pitchFamily="18" charset="-122"/>
                  <a:ea typeface="Adobe 楷体 Std R" pitchFamily="18" charset="-122"/>
                </a:rPr>
                <a:t>常见内存错误</a:t>
              </a:r>
              <a:endParaRPr lang="en-US" altLang="zh-CN" sz="2800" b="1" dirty="0">
                <a:solidFill>
                  <a:srgbClr val="000000"/>
                </a:solidFill>
                <a:latin typeface="Adobe 楷体 Std R" pitchFamily="18" charset="-122"/>
                <a:ea typeface="Adobe 楷体 Std R" pitchFamily="18" charset="-122"/>
              </a:endParaRPr>
            </a:p>
          </p:txBody>
        </p:sp>
        <p:sp>
          <p:nvSpPr>
            <p:cNvPr id="147479" name="Text Box 23"/>
            <p:cNvSpPr txBox="1">
              <a:spLocks noChangeArrowheads="1"/>
            </p:cNvSpPr>
            <p:nvPr/>
          </p:nvSpPr>
          <p:spPr bwMode="gray">
            <a:xfrm>
              <a:off x="1366" y="1892"/>
              <a:ext cx="279" cy="407"/>
            </a:xfrm>
            <a:prstGeom prst="rect">
              <a:avLst/>
            </a:prstGeom>
            <a:noFill/>
            <a:ln w="9525" algn="ctr">
              <a:noFill/>
              <a:miter lim="800000"/>
              <a:headEnd/>
              <a:tailEnd/>
            </a:ln>
            <a:effectLst/>
          </p:spPr>
          <p:txBody>
            <a:bodyPr wrap="none">
              <a:spAutoFit/>
            </a:bodyPr>
            <a:lstStyle/>
            <a:p>
              <a:pPr algn="ctr" eaLnBrk="0" fontAlgn="base" hangingPunct="0"/>
              <a:r>
                <a:rPr lang="en-US" altLang="zh-CN" sz="3600" dirty="0">
                  <a:solidFill>
                    <a:schemeClr val="bg1"/>
                  </a:solidFill>
                  <a:latin typeface="Adobe 楷体 Std R" pitchFamily="18" charset="-122"/>
                  <a:ea typeface="Adobe 楷体 Std R" pitchFamily="18" charset="-122"/>
                </a:rPr>
                <a:t>4</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调试有关基本概念</a:t>
            </a:r>
            <a:endParaRPr lang="zh-CN" altLang="en-US" dirty="0"/>
          </a:p>
        </p:txBody>
      </p:sp>
      <p:sp>
        <p:nvSpPr>
          <p:cNvPr id="3" name="内容占位符 2"/>
          <p:cNvSpPr>
            <a:spLocks noGrp="1"/>
          </p:cNvSpPr>
          <p:nvPr>
            <p:ph idx="1"/>
          </p:nvPr>
        </p:nvSpPr>
        <p:spPr/>
        <p:txBody>
          <a:bodyPr/>
          <a:lstStyle/>
          <a:p>
            <a:r>
              <a:rPr lang="zh-CN" altLang="en-US" dirty="0" smtClean="0"/>
              <a:t>何为调试（</a:t>
            </a:r>
            <a:r>
              <a:rPr lang="en-US" altLang="zh-CN" dirty="0" smtClean="0"/>
              <a:t>debug</a:t>
            </a:r>
            <a:r>
              <a:rPr lang="zh-CN" altLang="en-US" dirty="0" smtClean="0"/>
              <a:t>）？</a:t>
            </a:r>
            <a:endParaRPr lang="en-US" altLang="zh-CN" dirty="0" smtClean="0"/>
          </a:p>
          <a:p>
            <a:pPr lvl="1"/>
            <a:r>
              <a:rPr lang="zh-CN" altLang="en-US" dirty="0" smtClean="0"/>
              <a:t>由开发者进行的代码排错过程。</a:t>
            </a:r>
            <a:endParaRPr lang="en-US" altLang="zh-CN" dirty="0" smtClean="0"/>
          </a:p>
          <a:p>
            <a:pPr lvl="1"/>
            <a:r>
              <a:rPr lang="zh-CN" altLang="en-US" dirty="0"/>
              <a:t>不同</a:t>
            </a:r>
            <a:r>
              <a:rPr lang="zh-CN" altLang="en-US" dirty="0" smtClean="0"/>
              <a:t>于测试（</a:t>
            </a:r>
            <a:r>
              <a:rPr lang="en-US" altLang="zh-CN" dirty="0" smtClean="0"/>
              <a:t>test</a:t>
            </a:r>
            <a:r>
              <a:rPr lang="zh-CN" altLang="en-US" dirty="0" smtClean="0"/>
              <a:t>）</a:t>
            </a:r>
            <a:endParaRPr lang="en-US" altLang="zh-CN" dirty="0" smtClean="0"/>
          </a:p>
          <a:p>
            <a:r>
              <a:rPr lang="zh-CN" altLang="en-US" dirty="0" smtClean="0"/>
              <a:t>调试重要吗？</a:t>
            </a:r>
            <a:endParaRPr lang="en-US" altLang="zh-CN" dirty="0" smtClean="0"/>
          </a:p>
          <a:p>
            <a:pPr lvl="1"/>
            <a:r>
              <a:rPr lang="zh-CN" altLang="en-US" dirty="0" smtClean="0"/>
              <a:t>保证代码质量，非常重要</a:t>
            </a:r>
            <a:endParaRPr lang="en-US" altLang="zh-CN" dirty="0" smtClean="0"/>
          </a:p>
          <a:p>
            <a:pPr lvl="1"/>
            <a:r>
              <a:rPr lang="zh-CN" altLang="en-US" dirty="0"/>
              <a:t>开发</a:t>
            </a:r>
            <a:r>
              <a:rPr lang="zh-CN" altLang="en-US" dirty="0" smtClean="0"/>
              <a:t>者的调试能力极其重要</a:t>
            </a:r>
            <a:endParaRPr lang="en-US" altLang="zh-CN" dirty="0" smtClean="0"/>
          </a:p>
          <a:p>
            <a:pPr lvl="1"/>
            <a:r>
              <a:rPr lang="zh-CN" altLang="en-US" dirty="0" smtClean="0"/>
              <a:t>较强的技巧性</a:t>
            </a:r>
            <a:r>
              <a:rPr lang="en-US" altLang="zh-CN" dirty="0" smtClean="0"/>
              <a:t>/</a:t>
            </a:r>
            <a:r>
              <a:rPr lang="zh-CN" altLang="en-US" dirty="0" smtClean="0"/>
              <a:t>经验性</a:t>
            </a:r>
            <a:endParaRPr lang="en-US" altLang="zh-CN" dirty="0" smtClean="0"/>
          </a:p>
          <a:p>
            <a:pPr lvl="1"/>
            <a:endParaRPr lang="zh-CN" altLang="en-US" dirty="0"/>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页脚占位符 4"/>
          <p:cNvSpPr>
            <a:spLocks noGrp="1"/>
          </p:cNvSpPr>
          <p:nvPr>
            <p:ph type="ftr" sz="quarter" idx="11"/>
          </p:nvPr>
        </p:nvSpPr>
        <p:spPr/>
        <p:txBody>
          <a:bodyPr/>
          <a:lstStyle/>
          <a:p>
            <a:r>
              <a:rPr lang="en-US" altLang="zh-CN"/>
              <a:t>SIE. BIT</a:t>
            </a:r>
          </a:p>
        </p:txBody>
      </p:sp>
      <p:sp>
        <p:nvSpPr>
          <p:cNvPr id="148482" name="Rectangle 2"/>
          <p:cNvSpPr>
            <a:spLocks noGrp="1" noChangeArrowheads="1"/>
          </p:cNvSpPr>
          <p:nvPr>
            <p:ph type="title"/>
          </p:nvPr>
        </p:nvSpPr>
        <p:spPr/>
        <p:txBody>
          <a:bodyPr/>
          <a:lstStyle/>
          <a:p>
            <a:r>
              <a:rPr lang="zh-CN" altLang="en-US" sz="3600" dirty="0" smtClean="0">
                <a:ea typeface="宋体" pitchFamily="2" charset="-122"/>
              </a:rPr>
              <a:t>调试有关基本概念</a:t>
            </a:r>
            <a:endParaRPr lang="en-US" altLang="zh-CN" sz="2000" dirty="0">
              <a:ea typeface="宋体" pitchFamily="2" charset="-122"/>
            </a:endParaRPr>
          </a:p>
        </p:txBody>
      </p:sp>
      <p:sp>
        <p:nvSpPr>
          <p:cNvPr id="148483" name="Line 3"/>
          <p:cNvSpPr>
            <a:spLocks noChangeShapeType="1"/>
          </p:cNvSpPr>
          <p:nvPr/>
        </p:nvSpPr>
        <p:spPr bwMode="gray">
          <a:xfrm flipH="1">
            <a:off x="873125" y="5621338"/>
            <a:ext cx="1657350" cy="1587"/>
          </a:xfrm>
          <a:prstGeom prst="line">
            <a:avLst/>
          </a:prstGeom>
          <a:noFill/>
          <a:ln w="9525">
            <a:solidFill>
              <a:schemeClr val="tx1"/>
            </a:solidFill>
            <a:round/>
            <a:headEnd/>
            <a:tailEnd/>
          </a:ln>
          <a:effectLst/>
        </p:spPr>
        <p:txBody>
          <a:bodyPr wrap="none" anchor="ctr"/>
          <a:lstStyle/>
          <a:p>
            <a:endParaRPr lang="zh-CN" altLang="en-US"/>
          </a:p>
        </p:txBody>
      </p:sp>
      <p:sp>
        <p:nvSpPr>
          <p:cNvPr id="148484" name="Line 4"/>
          <p:cNvSpPr>
            <a:spLocks noChangeShapeType="1"/>
          </p:cNvSpPr>
          <p:nvPr/>
        </p:nvSpPr>
        <p:spPr bwMode="gray">
          <a:xfrm flipH="1">
            <a:off x="873125" y="4783138"/>
            <a:ext cx="2438400" cy="0"/>
          </a:xfrm>
          <a:prstGeom prst="line">
            <a:avLst/>
          </a:prstGeom>
          <a:noFill/>
          <a:ln w="9525">
            <a:solidFill>
              <a:schemeClr val="tx1"/>
            </a:solidFill>
            <a:round/>
            <a:headEnd/>
            <a:tailEnd/>
          </a:ln>
          <a:effectLst/>
        </p:spPr>
        <p:txBody>
          <a:bodyPr wrap="none" anchor="ctr"/>
          <a:lstStyle/>
          <a:p>
            <a:endParaRPr lang="zh-CN" altLang="en-US"/>
          </a:p>
        </p:txBody>
      </p:sp>
      <p:sp>
        <p:nvSpPr>
          <p:cNvPr id="148485" name="Line 5"/>
          <p:cNvSpPr>
            <a:spLocks noChangeShapeType="1"/>
          </p:cNvSpPr>
          <p:nvPr/>
        </p:nvSpPr>
        <p:spPr bwMode="gray">
          <a:xfrm flipH="1">
            <a:off x="873125" y="3952875"/>
            <a:ext cx="3352800" cy="0"/>
          </a:xfrm>
          <a:prstGeom prst="line">
            <a:avLst/>
          </a:prstGeom>
          <a:noFill/>
          <a:ln w="9525">
            <a:solidFill>
              <a:schemeClr val="tx1"/>
            </a:solidFill>
            <a:round/>
            <a:headEnd/>
            <a:tailEnd/>
          </a:ln>
          <a:effectLst/>
        </p:spPr>
        <p:txBody>
          <a:bodyPr wrap="none" anchor="ctr"/>
          <a:lstStyle/>
          <a:p>
            <a:endParaRPr lang="zh-CN" altLang="en-US"/>
          </a:p>
        </p:txBody>
      </p:sp>
      <p:sp>
        <p:nvSpPr>
          <p:cNvPr id="148486" name="Line 6"/>
          <p:cNvSpPr>
            <a:spLocks noChangeShapeType="1"/>
          </p:cNvSpPr>
          <p:nvPr/>
        </p:nvSpPr>
        <p:spPr bwMode="gray">
          <a:xfrm flipH="1">
            <a:off x="873125" y="3124200"/>
            <a:ext cx="4165600" cy="0"/>
          </a:xfrm>
          <a:prstGeom prst="line">
            <a:avLst/>
          </a:prstGeom>
          <a:noFill/>
          <a:ln w="9525">
            <a:solidFill>
              <a:schemeClr val="tx1"/>
            </a:solidFill>
            <a:round/>
            <a:headEnd/>
            <a:tailEnd/>
          </a:ln>
          <a:effectLst/>
        </p:spPr>
        <p:txBody>
          <a:bodyPr wrap="none" anchor="ctr"/>
          <a:lstStyle/>
          <a:p>
            <a:endParaRPr lang="zh-CN" altLang="en-US"/>
          </a:p>
        </p:txBody>
      </p:sp>
      <p:sp>
        <p:nvSpPr>
          <p:cNvPr id="148487" name="Line 7"/>
          <p:cNvSpPr>
            <a:spLocks noChangeShapeType="1"/>
          </p:cNvSpPr>
          <p:nvPr/>
        </p:nvSpPr>
        <p:spPr bwMode="gray">
          <a:xfrm flipH="1" flipV="1">
            <a:off x="873125" y="2282825"/>
            <a:ext cx="5033963" cy="0"/>
          </a:xfrm>
          <a:prstGeom prst="line">
            <a:avLst/>
          </a:prstGeom>
          <a:noFill/>
          <a:ln w="9525">
            <a:solidFill>
              <a:schemeClr val="tx1"/>
            </a:solidFill>
            <a:round/>
            <a:headEnd/>
            <a:tailEnd/>
          </a:ln>
          <a:effectLst/>
        </p:spPr>
        <p:txBody>
          <a:bodyPr wrap="none" anchor="ctr"/>
          <a:lstStyle/>
          <a:p>
            <a:endParaRPr lang="zh-CN" altLang="en-US"/>
          </a:p>
        </p:txBody>
      </p:sp>
      <p:sp>
        <p:nvSpPr>
          <p:cNvPr id="148488" name="Line 8"/>
          <p:cNvSpPr>
            <a:spLocks noChangeShapeType="1"/>
          </p:cNvSpPr>
          <p:nvPr/>
        </p:nvSpPr>
        <p:spPr bwMode="gray">
          <a:xfrm>
            <a:off x="1025525" y="2276475"/>
            <a:ext cx="0" cy="871538"/>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148489" name="Line 9"/>
          <p:cNvSpPr>
            <a:spLocks noChangeShapeType="1"/>
          </p:cNvSpPr>
          <p:nvPr/>
        </p:nvSpPr>
        <p:spPr bwMode="gray">
          <a:xfrm>
            <a:off x="1025525" y="3148013"/>
            <a:ext cx="0" cy="817562"/>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148490" name="Line 10"/>
          <p:cNvSpPr>
            <a:spLocks noChangeShapeType="1"/>
          </p:cNvSpPr>
          <p:nvPr/>
        </p:nvSpPr>
        <p:spPr bwMode="gray">
          <a:xfrm>
            <a:off x="1025525" y="3965575"/>
            <a:ext cx="0" cy="815975"/>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148491" name="Line 11"/>
          <p:cNvSpPr>
            <a:spLocks noChangeShapeType="1"/>
          </p:cNvSpPr>
          <p:nvPr/>
        </p:nvSpPr>
        <p:spPr bwMode="gray">
          <a:xfrm>
            <a:off x="1025525" y="4783138"/>
            <a:ext cx="0" cy="815975"/>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148492" name="Text Box 12"/>
          <p:cNvSpPr txBox="1">
            <a:spLocks noChangeArrowheads="1"/>
          </p:cNvSpPr>
          <p:nvPr/>
        </p:nvSpPr>
        <p:spPr bwMode="gray">
          <a:xfrm>
            <a:off x="990600" y="2593975"/>
            <a:ext cx="1828800" cy="304800"/>
          </a:xfrm>
          <a:prstGeom prst="rect">
            <a:avLst/>
          </a:prstGeom>
          <a:noFill/>
          <a:ln w="9525">
            <a:noFill/>
            <a:miter lim="800000"/>
            <a:headEnd/>
            <a:tailEnd/>
          </a:ln>
          <a:effectLst/>
        </p:spPr>
        <p:txBody>
          <a:bodyPr>
            <a:spAutoFit/>
          </a:bodyPr>
          <a:lstStyle/>
          <a:p>
            <a:pPr eaLnBrk="0" fontAlgn="base" hangingPunct="0"/>
            <a:r>
              <a:rPr lang="zh-CN" altLang="en-US" sz="1400" b="1" dirty="0" smtClean="0">
                <a:latin typeface="Verdana" pitchFamily="34" charset="0"/>
                <a:ea typeface="宋体" pitchFamily="2" charset="-122"/>
              </a:rPr>
              <a:t>疑难错误</a:t>
            </a:r>
            <a:endParaRPr lang="en-US" altLang="zh-CN" sz="1400" b="1" dirty="0">
              <a:latin typeface="Verdana" pitchFamily="34" charset="0"/>
              <a:ea typeface="宋体" pitchFamily="2" charset="-122"/>
            </a:endParaRPr>
          </a:p>
        </p:txBody>
      </p:sp>
      <p:sp>
        <p:nvSpPr>
          <p:cNvPr id="148493" name="Text Box 13"/>
          <p:cNvSpPr txBox="1">
            <a:spLocks noChangeArrowheads="1"/>
          </p:cNvSpPr>
          <p:nvPr/>
        </p:nvSpPr>
        <p:spPr bwMode="gray">
          <a:xfrm>
            <a:off x="1009650" y="3427413"/>
            <a:ext cx="902811" cy="307777"/>
          </a:xfrm>
          <a:prstGeom prst="rect">
            <a:avLst/>
          </a:prstGeom>
          <a:noFill/>
          <a:ln w="9525">
            <a:noFill/>
            <a:miter lim="800000"/>
            <a:headEnd/>
            <a:tailEnd/>
          </a:ln>
          <a:effectLst/>
        </p:spPr>
        <p:txBody>
          <a:bodyPr wrap="none">
            <a:spAutoFit/>
          </a:bodyPr>
          <a:lstStyle/>
          <a:p>
            <a:pPr eaLnBrk="0" fontAlgn="base" hangingPunct="0"/>
            <a:r>
              <a:rPr lang="zh-CN" altLang="en-US" sz="1400" b="1" dirty="0" smtClean="0">
                <a:latin typeface="Verdana" pitchFamily="34" charset="0"/>
                <a:ea typeface="宋体" pitchFamily="2" charset="-122"/>
              </a:rPr>
              <a:t>逻辑错误</a:t>
            </a:r>
            <a:endParaRPr lang="en-US" altLang="zh-CN" sz="1400" b="1" dirty="0">
              <a:latin typeface="Verdana" pitchFamily="34" charset="0"/>
              <a:ea typeface="宋体" pitchFamily="2" charset="-122"/>
            </a:endParaRPr>
          </a:p>
        </p:txBody>
      </p:sp>
      <p:sp>
        <p:nvSpPr>
          <p:cNvPr id="148494" name="Text Box 14"/>
          <p:cNvSpPr txBox="1">
            <a:spLocks noChangeArrowheads="1"/>
          </p:cNvSpPr>
          <p:nvPr/>
        </p:nvSpPr>
        <p:spPr bwMode="gray">
          <a:xfrm>
            <a:off x="974725" y="4291013"/>
            <a:ext cx="1082348" cy="307777"/>
          </a:xfrm>
          <a:prstGeom prst="rect">
            <a:avLst/>
          </a:prstGeom>
          <a:noFill/>
          <a:ln w="9525">
            <a:noFill/>
            <a:miter lim="800000"/>
            <a:headEnd/>
            <a:tailEnd/>
          </a:ln>
          <a:effectLst/>
        </p:spPr>
        <p:txBody>
          <a:bodyPr wrap="none">
            <a:spAutoFit/>
          </a:bodyPr>
          <a:lstStyle/>
          <a:p>
            <a:pPr eaLnBrk="0" fontAlgn="base" hangingPunct="0"/>
            <a:r>
              <a:rPr lang="zh-CN" altLang="en-US" sz="1400" b="1" dirty="0" smtClean="0">
                <a:latin typeface="Verdana" pitchFamily="34" charset="0"/>
                <a:ea typeface="宋体" pitchFamily="2" charset="-122"/>
              </a:rPr>
              <a:t>运行时错误</a:t>
            </a:r>
            <a:endParaRPr lang="en-US" altLang="zh-CN" sz="1400" b="1" dirty="0">
              <a:latin typeface="Verdana" pitchFamily="34" charset="0"/>
              <a:ea typeface="宋体" pitchFamily="2" charset="-122"/>
            </a:endParaRPr>
          </a:p>
        </p:txBody>
      </p:sp>
      <p:sp>
        <p:nvSpPr>
          <p:cNvPr id="148495" name="Text Box 15"/>
          <p:cNvSpPr txBox="1">
            <a:spLocks noChangeArrowheads="1"/>
          </p:cNvSpPr>
          <p:nvPr/>
        </p:nvSpPr>
        <p:spPr bwMode="gray">
          <a:xfrm>
            <a:off x="990600" y="5097463"/>
            <a:ext cx="902811" cy="307777"/>
          </a:xfrm>
          <a:prstGeom prst="rect">
            <a:avLst/>
          </a:prstGeom>
          <a:noFill/>
          <a:ln w="9525">
            <a:noFill/>
            <a:miter lim="800000"/>
            <a:headEnd/>
            <a:tailEnd/>
          </a:ln>
          <a:effectLst/>
        </p:spPr>
        <p:txBody>
          <a:bodyPr wrap="none">
            <a:spAutoFit/>
          </a:bodyPr>
          <a:lstStyle/>
          <a:p>
            <a:pPr eaLnBrk="0" fontAlgn="base" hangingPunct="0"/>
            <a:r>
              <a:rPr lang="zh-CN" altLang="en-US" sz="1400" b="1" dirty="0" smtClean="0">
                <a:latin typeface="Verdana" pitchFamily="34" charset="0"/>
                <a:ea typeface="宋体" pitchFamily="2" charset="-122"/>
              </a:rPr>
              <a:t>语法错误</a:t>
            </a:r>
            <a:endParaRPr lang="en-US" altLang="zh-CN" sz="1400" b="1" dirty="0">
              <a:latin typeface="Verdana" pitchFamily="34" charset="0"/>
              <a:ea typeface="宋体" pitchFamily="2" charset="-122"/>
            </a:endParaRPr>
          </a:p>
        </p:txBody>
      </p:sp>
      <p:grpSp>
        <p:nvGrpSpPr>
          <p:cNvPr id="148496" name="Group 16"/>
          <p:cNvGrpSpPr>
            <a:grpSpLocks/>
          </p:cNvGrpSpPr>
          <p:nvPr/>
        </p:nvGrpSpPr>
        <p:grpSpPr bwMode="auto">
          <a:xfrm>
            <a:off x="2514600" y="2286000"/>
            <a:ext cx="6248400" cy="3352800"/>
            <a:chOff x="1514" y="1446"/>
            <a:chExt cx="3670" cy="2106"/>
          </a:xfrm>
        </p:grpSpPr>
        <p:sp>
          <p:nvSpPr>
            <p:cNvPr id="148497" name="Freeform 17"/>
            <p:cNvSpPr>
              <a:spLocks/>
            </p:cNvSpPr>
            <p:nvPr/>
          </p:nvSpPr>
          <p:spPr bwMode="gray">
            <a:xfrm>
              <a:off x="4817" y="1446"/>
              <a:ext cx="363" cy="533"/>
            </a:xfrm>
            <a:custGeom>
              <a:avLst/>
              <a:gdLst/>
              <a:ahLst/>
              <a:cxnLst>
                <a:cxn ang="0">
                  <a:pos x="308" y="120"/>
                </a:cxn>
                <a:cxn ang="0">
                  <a:pos x="0" y="444"/>
                </a:cxn>
                <a:cxn ang="0">
                  <a:pos x="0" y="286"/>
                </a:cxn>
                <a:cxn ang="0">
                  <a:pos x="308" y="0"/>
                </a:cxn>
                <a:cxn ang="0">
                  <a:pos x="308" y="120"/>
                </a:cxn>
              </a:cxnLst>
              <a:rect l="0" t="0" r="r" b="b"/>
              <a:pathLst>
                <a:path w="308" h="444">
                  <a:moveTo>
                    <a:pt x="308" y="120"/>
                  </a:moveTo>
                  <a:lnTo>
                    <a:pt x="0" y="444"/>
                  </a:lnTo>
                  <a:lnTo>
                    <a:pt x="0" y="286"/>
                  </a:lnTo>
                  <a:lnTo>
                    <a:pt x="308" y="0"/>
                  </a:lnTo>
                  <a:lnTo>
                    <a:pt x="308" y="120"/>
                  </a:lnTo>
                  <a:close/>
                </a:path>
              </a:pathLst>
            </a:custGeom>
            <a:gradFill rotWithShape="1">
              <a:gsLst>
                <a:gs pos="0">
                  <a:schemeClr val="accent2">
                    <a:gamma/>
                    <a:shade val="46275"/>
                    <a:invGamma/>
                  </a:schemeClr>
                </a:gs>
                <a:gs pos="50000">
                  <a:schemeClr val="accent2"/>
                </a:gs>
                <a:gs pos="100000">
                  <a:schemeClr val="accent2">
                    <a:gamma/>
                    <a:shade val="46275"/>
                    <a:invGamma/>
                  </a:schemeClr>
                </a:gs>
              </a:gsLst>
              <a:lin ang="2700000" scaled="1"/>
            </a:gradFill>
            <a:ln w="0">
              <a:noFill/>
              <a:prstDash val="solid"/>
              <a:round/>
              <a:headEnd/>
              <a:tailEnd/>
            </a:ln>
          </p:spPr>
          <p:txBody>
            <a:bodyPr/>
            <a:lstStyle/>
            <a:p>
              <a:endParaRPr lang="zh-CN" altLang="en-US"/>
            </a:p>
          </p:txBody>
        </p:sp>
        <p:sp>
          <p:nvSpPr>
            <p:cNvPr id="148498" name="Freeform 18"/>
            <p:cNvSpPr>
              <a:spLocks/>
            </p:cNvSpPr>
            <p:nvPr/>
          </p:nvSpPr>
          <p:spPr bwMode="gray">
            <a:xfrm>
              <a:off x="3078" y="1446"/>
              <a:ext cx="2106" cy="341"/>
            </a:xfrm>
            <a:custGeom>
              <a:avLst/>
              <a:gdLst/>
              <a:ahLst/>
              <a:cxnLst>
                <a:cxn ang="0">
                  <a:pos x="1478" y="284"/>
                </a:cxn>
                <a:cxn ang="0">
                  <a:pos x="0" y="284"/>
                </a:cxn>
                <a:cxn ang="0">
                  <a:pos x="446" y="0"/>
                </a:cxn>
                <a:cxn ang="0">
                  <a:pos x="1786" y="0"/>
                </a:cxn>
                <a:cxn ang="0">
                  <a:pos x="1478" y="284"/>
                </a:cxn>
              </a:cxnLst>
              <a:rect l="0" t="0" r="r" b="b"/>
              <a:pathLst>
                <a:path w="1786" h="284">
                  <a:moveTo>
                    <a:pt x="1478" y="284"/>
                  </a:moveTo>
                  <a:lnTo>
                    <a:pt x="0" y="284"/>
                  </a:lnTo>
                  <a:lnTo>
                    <a:pt x="446" y="0"/>
                  </a:lnTo>
                  <a:lnTo>
                    <a:pt x="1786" y="0"/>
                  </a:lnTo>
                  <a:lnTo>
                    <a:pt x="1478" y="284"/>
                  </a:lnTo>
                  <a:close/>
                </a:path>
              </a:pathLst>
            </a:custGeom>
            <a:solidFill>
              <a:schemeClr val="accent2"/>
            </a:solidFill>
            <a:ln w="0">
              <a:noFill/>
              <a:prstDash val="solid"/>
              <a:round/>
              <a:headEnd/>
              <a:tailEnd/>
            </a:ln>
          </p:spPr>
          <p:txBody>
            <a:bodyPr/>
            <a:lstStyle/>
            <a:p>
              <a:endParaRPr lang="zh-CN" altLang="en-US"/>
            </a:p>
          </p:txBody>
        </p:sp>
        <p:sp>
          <p:nvSpPr>
            <p:cNvPr id="148499" name="Freeform 19"/>
            <p:cNvSpPr>
              <a:spLocks/>
            </p:cNvSpPr>
            <p:nvPr/>
          </p:nvSpPr>
          <p:spPr bwMode="gray">
            <a:xfrm>
              <a:off x="4452" y="1970"/>
              <a:ext cx="363" cy="530"/>
            </a:xfrm>
            <a:custGeom>
              <a:avLst/>
              <a:gdLst/>
              <a:ahLst/>
              <a:cxnLst>
                <a:cxn ang="0">
                  <a:pos x="308" y="120"/>
                </a:cxn>
                <a:cxn ang="0">
                  <a:pos x="0" y="442"/>
                </a:cxn>
                <a:cxn ang="0">
                  <a:pos x="0" y="286"/>
                </a:cxn>
                <a:cxn ang="0">
                  <a:pos x="308" y="0"/>
                </a:cxn>
                <a:cxn ang="0">
                  <a:pos x="308" y="120"/>
                </a:cxn>
              </a:cxnLst>
              <a:rect l="0" t="0" r="r" b="b"/>
              <a:pathLst>
                <a:path w="308" h="442">
                  <a:moveTo>
                    <a:pt x="308" y="120"/>
                  </a:moveTo>
                  <a:lnTo>
                    <a:pt x="0" y="442"/>
                  </a:lnTo>
                  <a:lnTo>
                    <a:pt x="0" y="286"/>
                  </a:lnTo>
                  <a:lnTo>
                    <a:pt x="308" y="0"/>
                  </a:lnTo>
                  <a:lnTo>
                    <a:pt x="308" y="120"/>
                  </a:lnTo>
                  <a:close/>
                </a:path>
              </a:pathLst>
            </a:custGeom>
            <a:gradFill rotWithShape="1">
              <a:gsLst>
                <a:gs pos="0">
                  <a:schemeClr val="hlink">
                    <a:gamma/>
                    <a:shade val="46275"/>
                    <a:invGamma/>
                  </a:schemeClr>
                </a:gs>
                <a:gs pos="50000">
                  <a:schemeClr val="hlink"/>
                </a:gs>
                <a:gs pos="100000">
                  <a:schemeClr val="hlink">
                    <a:gamma/>
                    <a:shade val="46275"/>
                    <a:invGamma/>
                  </a:schemeClr>
                </a:gs>
              </a:gsLst>
              <a:lin ang="2700000" scaled="1"/>
            </a:gradFill>
            <a:ln w="0">
              <a:noFill/>
              <a:prstDash val="solid"/>
              <a:round/>
              <a:headEnd/>
              <a:tailEnd/>
            </a:ln>
          </p:spPr>
          <p:txBody>
            <a:bodyPr/>
            <a:lstStyle/>
            <a:p>
              <a:endParaRPr lang="zh-CN" altLang="en-US"/>
            </a:p>
          </p:txBody>
        </p:sp>
        <p:sp>
          <p:nvSpPr>
            <p:cNvPr id="148500" name="Freeform 20"/>
            <p:cNvSpPr>
              <a:spLocks/>
            </p:cNvSpPr>
            <p:nvPr/>
          </p:nvSpPr>
          <p:spPr bwMode="gray">
            <a:xfrm>
              <a:off x="2555" y="1970"/>
              <a:ext cx="2264" cy="340"/>
            </a:xfrm>
            <a:custGeom>
              <a:avLst/>
              <a:gdLst/>
              <a:ahLst/>
              <a:cxnLst>
                <a:cxn ang="0">
                  <a:pos x="1612" y="284"/>
                </a:cxn>
                <a:cxn ang="0">
                  <a:pos x="0" y="284"/>
                </a:cxn>
                <a:cxn ang="0">
                  <a:pos x="446" y="0"/>
                </a:cxn>
                <a:cxn ang="0">
                  <a:pos x="1920" y="0"/>
                </a:cxn>
                <a:cxn ang="0">
                  <a:pos x="1612" y="284"/>
                </a:cxn>
              </a:cxnLst>
              <a:rect l="0" t="0" r="r" b="b"/>
              <a:pathLst>
                <a:path w="1920" h="284">
                  <a:moveTo>
                    <a:pt x="1612" y="284"/>
                  </a:moveTo>
                  <a:lnTo>
                    <a:pt x="0" y="284"/>
                  </a:lnTo>
                  <a:lnTo>
                    <a:pt x="446" y="0"/>
                  </a:lnTo>
                  <a:lnTo>
                    <a:pt x="1920" y="0"/>
                  </a:lnTo>
                  <a:lnTo>
                    <a:pt x="1612" y="284"/>
                  </a:lnTo>
                  <a:close/>
                </a:path>
              </a:pathLst>
            </a:custGeom>
            <a:solidFill>
              <a:schemeClr val="hlink"/>
            </a:solidFill>
            <a:ln w="0">
              <a:noFill/>
              <a:prstDash val="solid"/>
              <a:round/>
              <a:headEnd/>
              <a:tailEnd/>
            </a:ln>
          </p:spPr>
          <p:txBody>
            <a:bodyPr/>
            <a:lstStyle/>
            <a:p>
              <a:endParaRPr lang="zh-CN" altLang="en-US"/>
            </a:p>
          </p:txBody>
        </p:sp>
        <p:sp>
          <p:nvSpPr>
            <p:cNvPr id="148501" name="Freeform 21"/>
            <p:cNvSpPr>
              <a:spLocks/>
            </p:cNvSpPr>
            <p:nvPr/>
          </p:nvSpPr>
          <p:spPr bwMode="gray">
            <a:xfrm>
              <a:off x="4086" y="2494"/>
              <a:ext cx="361" cy="532"/>
            </a:xfrm>
            <a:custGeom>
              <a:avLst/>
              <a:gdLst/>
              <a:ahLst/>
              <a:cxnLst>
                <a:cxn ang="0">
                  <a:pos x="306" y="122"/>
                </a:cxn>
                <a:cxn ang="0">
                  <a:pos x="0" y="444"/>
                </a:cxn>
                <a:cxn ang="0">
                  <a:pos x="0" y="286"/>
                </a:cxn>
                <a:cxn ang="0">
                  <a:pos x="306" y="0"/>
                </a:cxn>
                <a:cxn ang="0">
                  <a:pos x="306" y="122"/>
                </a:cxn>
              </a:cxnLst>
              <a:rect l="0" t="0" r="r" b="b"/>
              <a:pathLst>
                <a:path w="306" h="444">
                  <a:moveTo>
                    <a:pt x="306" y="122"/>
                  </a:moveTo>
                  <a:lnTo>
                    <a:pt x="0" y="444"/>
                  </a:lnTo>
                  <a:lnTo>
                    <a:pt x="0" y="286"/>
                  </a:lnTo>
                  <a:lnTo>
                    <a:pt x="306" y="0"/>
                  </a:lnTo>
                  <a:lnTo>
                    <a:pt x="306" y="122"/>
                  </a:lnTo>
                  <a:close/>
                </a:path>
              </a:pathLst>
            </a:custGeom>
            <a:gradFill rotWithShape="1">
              <a:gsLst>
                <a:gs pos="0">
                  <a:schemeClr val="folHlink">
                    <a:gamma/>
                    <a:shade val="46275"/>
                    <a:invGamma/>
                  </a:schemeClr>
                </a:gs>
                <a:gs pos="50000">
                  <a:schemeClr val="folHlink"/>
                </a:gs>
                <a:gs pos="100000">
                  <a:schemeClr val="folHlink">
                    <a:gamma/>
                    <a:shade val="46275"/>
                    <a:invGamma/>
                  </a:schemeClr>
                </a:gs>
              </a:gsLst>
              <a:lin ang="2700000" scaled="1"/>
            </a:gradFill>
            <a:ln w="0">
              <a:noFill/>
              <a:prstDash val="solid"/>
              <a:round/>
              <a:headEnd/>
              <a:tailEnd/>
            </a:ln>
          </p:spPr>
          <p:txBody>
            <a:bodyPr/>
            <a:lstStyle/>
            <a:p>
              <a:endParaRPr lang="zh-CN" altLang="en-US"/>
            </a:p>
          </p:txBody>
        </p:sp>
        <p:sp>
          <p:nvSpPr>
            <p:cNvPr id="148502" name="Freeform 22"/>
            <p:cNvSpPr>
              <a:spLocks/>
            </p:cNvSpPr>
            <p:nvPr/>
          </p:nvSpPr>
          <p:spPr bwMode="gray">
            <a:xfrm>
              <a:off x="3722" y="3019"/>
              <a:ext cx="364" cy="533"/>
            </a:xfrm>
            <a:custGeom>
              <a:avLst/>
              <a:gdLst/>
              <a:ahLst/>
              <a:cxnLst>
                <a:cxn ang="0">
                  <a:pos x="308" y="122"/>
                </a:cxn>
                <a:cxn ang="0">
                  <a:pos x="0" y="444"/>
                </a:cxn>
                <a:cxn ang="0">
                  <a:pos x="0" y="286"/>
                </a:cxn>
                <a:cxn ang="0">
                  <a:pos x="308" y="0"/>
                </a:cxn>
                <a:cxn ang="0">
                  <a:pos x="308" y="122"/>
                </a:cxn>
              </a:cxnLst>
              <a:rect l="0" t="0" r="r" b="b"/>
              <a:pathLst>
                <a:path w="308" h="444">
                  <a:moveTo>
                    <a:pt x="308" y="122"/>
                  </a:moveTo>
                  <a:lnTo>
                    <a:pt x="0" y="444"/>
                  </a:lnTo>
                  <a:lnTo>
                    <a:pt x="0" y="286"/>
                  </a:lnTo>
                  <a:lnTo>
                    <a:pt x="308" y="0"/>
                  </a:lnTo>
                  <a:lnTo>
                    <a:pt x="308" y="122"/>
                  </a:lnTo>
                  <a:close/>
                </a:path>
              </a:pathLst>
            </a:cu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0">
              <a:noFill/>
              <a:prstDash val="solid"/>
              <a:round/>
              <a:headEnd/>
              <a:tailEnd/>
            </a:ln>
          </p:spPr>
          <p:txBody>
            <a:bodyPr/>
            <a:lstStyle/>
            <a:p>
              <a:endParaRPr lang="zh-CN" altLang="en-US"/>
            </a:p>
          </p:txBody>
        </p:sp>
        <p:sp>
          <p:nvSpPr>
            <p:cNvPr id="148503" name="Freeform 23"/>
            <p:cNvSpPr>
              <a:spLocks/>
            </p:cNvSpPr>
            <p:nvPr/>
          </p:nvSpPr>
          <p:spPr bwMode="gray">
            <a:xfrm>
              <a:off x="1515" y="3022"/>
              <a:ext cx="2571" cy="340"/>
            </a:xfrm>
            <a:custGeom>
              <a:avLst/>
              <a:gdLst/>
              <a:ahLst/>
              <a:cxnLst>
                <a:cxn ang="0">
                  <a:pos x="1872" y="284"/>
                </a:cxn>
                <a:cxn ang="0">
                  <a:pos x="0" y="284"/>
                </a:cxn>
                <a:cxn ang="0">
                  <a:pos x="446" y="0"/>
                </a:cxn>
                <a:cxn ang="0">
                  <a:pos x="2180" y="0"/>
                </a:cxn>
                <a:cxn ang="0">
                  <a:pos x="1872" y="284"/>
                </a:cxn>
              </a:cxnLst>
              <a:rect l="0" t="0" r="r" b="b"/>
              <a:pathLst>
                <a:path w="2180" h="284">
                  <a:moveTo>
                    <a:pt x="1872" y="284"/>
                  </a:moveTo>
                  <a:lnTo>
                    <a:pt x="0" y="284"/>
                  </a:lnTo>
                  <a:lnTo>
                    <a:pt x="446" y="0"/>
                  </a:lnTo>
                  <a:lnTo>
                    <a:pt x="2180" y="0"/>
                  </a:lnTo>
                  <a:lnTo>
                    <a:pt x="1872" y="284"/>
                  </a:lnTo>
                  <a:close/>
                </a:path>
              </a:pathLst>
            </a:custGeom>
            <a:solidFill>
              <a:schemeClr val="accent1"/>
            </a:solidFill>
            <a:ln w="0">
              <a:noFill/>
              <a:prstDash val="solid"/>
              <a:round/>
              <a:headEnd/>
              <a:tailEnd/>
            </a:ln>
          </p:spPr>
          <p:txBody>
            <a:bodyPr/>
            <a:lstStyle/>
            <a:p>
              <a:endParaRPr lang="zh-CN" altLang="en-US"/>
            </a:p>
          </p:txBody>
        </p:sp>
        <p:sp>
          <p:nvSpPr>
            <p:cNvPr id="148504" name="Freeform 24"/>
            <p:cNvSpPr>
              <a:spLocks/>
            </p:cNvSpPr>
            <p:nvPr/>
          </p:nvSpPr>
          <p:spPr bwMode="gray">
            <a:xfrm>
              <a:off x="1888" y="1543"/>
              <a:ext cx="1158" cy="1715"/>
            </a:xfrm>
            <a:custGeom>
              <a:avLst/>
              <a:gdLst/>
              <a:ahLst/>
              <a:cxnLst>
                <a:cxn ang="0">
                  <a:pos x="12" y="2464"/>
                </a:cxn>
                <a:cxn ang="0">
                  <a:pos x="56" y="2120"/>
                </a:cxn>
                <a:cxn ang="0">
                  <a:pos x="124" y="1808"/>
                </a:cxn>
                <a:cxn ang="0">
                  <a:pos x="212" y="1524"/>
                </a:cxn>
                <a:cxn ang="0">
                  <a:pos x="316" y="1270"/>
                </a:cxn>
                <a:cxn ang="0">
                  <a:pos x="430" y="1044"/>
                </a:cxn>
                <a:cxn ang="0">
                  <a:pos x="550" y="846"/>
                </a:cxn>
                <a:cxn ang="0">
                  <a:pos x="672" y="674"/>
                </a:cxn>
                <a:cxn ang="0">
                  <a:pos x="792" y="528"/>
                </a:cxn>
                <a:cxn ang="0">
                  <a:pos x="906" y="408"/>
                </a:cxn>
                <a:cxn ang="0">
                  <a:pos x="1010" y="310"/>
                </a:cxn>
                <a:cxn ang="0">
                  <a:pos x="1096" y="236"/>
                </a:cxn>
                <a:cxn ang="0">
                  <a:pos x="1164" y="184"/>
                </a:cxn>
                <a:cxn ang="0">
                  <a:pos x="1208" y="154"/>
                </a:cxn>
                <a:cxn ang="0">
                  <a:pos x="1224" y="144"/>
                </a:cxn>
                <a:cxn ang="0">
                  <a:pos x="1728" y="56"/>
                </a:cxn>
                <a:cxn ang="0">
                  <a:pos x="1568" y="328"/>
                </a:cxn>
                <a:cxn ang="0">
                  <a:pos x="1554" y="332"/>
                </a:cxn>
                <a:cxn ang="0">
                  <a:pos x="1514" y="346"/>
                </a:cxn>
                <a:cxn ang="0">
                  <a:pos x="1452" y="370"/>
                </a:cxn>
                <a:cxn ang="0">
                  <a:pos x="1370" y="410"/>
                </a:cxn>
                <a:cxn ang="0">
                  <a:pos x="1270" y="466"/>
                </a:cxn>
                <a:cxn ang="0">
                  <a:pos x="1158" y="540"/>
                </a:cxn>
                <a:cxn ang="0">
                  <a:pos x="1034" y="636"/>
                </a:cxn>
                <a:cxn ang="0">
                  <a:pos x="904" y="756"/>
                </a:cxn>
                <a:cxn ang="0">
                  <a:pos x="770" y="900"/>
                </a:cxn>
                <a:cxn ang="0">
                  <a:pos x="632" y="1076"/>
                </a:cxn>
                <a:cxn ang="0">
                  <a:pos x="498" y="1280"/>
                </a:cxn>
                <a:cxn ang="0">
                  <a:pos x="370" y="1518"/>
                </a:cxn>
                <a:cxn ang="0">
                  <a:pos x="248" y="1792"/>
                </a:cxn>
                <a:cxn ang="0">
                  <a:pos x="138" y="2104"/>
                </a:cxn>
                <a:cxn ang="0">
                  <a:pos x="42" y="2456"/>
                </a:cxn>
              </a:cxnLst>
              <a:rect l="0" t="0" r="r" b="b"/>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D11364">
                    <a:gamma/>
                    <a:shade val="46275"/>
                    <a:invGamma/>
                  </a:srgbClr>
                </a:gs>
              </a:gsLst>
              <a:lin ang="5400000" scaled="1"/>
            </a:gradFill>
            <a:ln w="0">
              <a:noFill/>
              <a:prstDash val="solid"/>
              <a:round/>
              <a:headEnd/>
              <a:tailEnd/>
            </a:ln>
          </p:spPr>
          <p:txBody>
            <a:bodyPr/>
            <a:lstStyle/>
            <a:p>
              <a:endParaRPr lang="zh-CN" altLang="en-US"/>
            </a:p>
          </p:txBody>
        </p:sp>
        <p:sp>
          <p:nvSpPr>
            <p:cNvPr id="148505" name="Rectangle 25"/>
            <p:cNvSpPr>
              <a:spLocks noChangeArrowheads="1"/>
            </p:cNvSpPr>
            <p:nvPr/>
          </p:nvSpPr>
          <p:spPr bwMode="gray">
            <a:xfrm>
              <a:off x="3082" y="1787"/>
              <a:ext cx="1743" cy="192"/>
            </a:xfrm>
            <a:prstGeom prst="rect">
              <a:avLst/>
            </a:prstGeom>
            <a:gradFill rotWithShape="1">
              <a:gsLst>
                <a:gs pos="0">
                  <a:schemeClr val="accent2">
                    <a:gamma/>
                    <a:shade val="72549"/>
                    <a:invGamma/>
                  </a:schemeClr>
                </a:gs>
                <a:gs pos="50000">
                  <a:schemeClr val="accent2"/>
                </a:gs>
                <a:gs pos="100000">
                  <a:schemeClr val="accent2">
                    <a:gamma/>
                    <a:shade val="72549"/>
                    <a:invGamma/>
                  </a:schemeClr>
                </a:gs>
              </a:gsLst>
              <a:lin ang="2700000" scaled="1"/>
            </a:gradFill>
            <a:ln w="9525">
              <a:noFill/>
              <a:miter lim="800000"/>
              <a:headEnd/>
              <a:tailEnd/>
            </a:ln>
            <a:effectLst/>
          </p:spPr>
          <p:txBody>
            <a:bodyPr wrap="none" anchor="ctr"/>
            <a:lstStyle/>
            <a:p>
              <a:pPr algn="ctr" eaLnBrk="0" fontAlgn="base" hangingPunct="0"/>
              <a:r>
                <a:rPr lang="zh-CN" altLang="en-US" sz="1600" b="1" dirty="0" smtClean="0">
                  <a:solidFill>
                    <a:srgbClr val="FFFFFF"/>
                  </a:solidFill>
                  <a:latin typeface="Verdana" pitchFamily="34" charset="0"/>
                  <a:ea typeface="宋体" pitchFamily="2" charset="-122"/>
                </a:rPr>
                <a:t>其它现象</a:t>
              </a:r>
              <a:endParaRPr lang="zh-CN" altLang="en-US" sz="1600" b="1" dirty="0">
                <a:solidFill>
                  <a:srgbClr val="FFFFFF"/>
                </a:solidFill>
                <a:latin typeface="Verdana" pitchFamily="34" charset="0"/>
                <a:ea typeface="宋体" pitchFamily="2" charset="-122"/>
              </a:endParaRPr>
            </a:p>
          </p:txBody>
        </p:sp>
        <p:sp>
          <p:nvSpPr>
            <p:cNvPr id="148506" name="Rectangle 26"/>
            <p:cNvSpPr>
              <a:spLocks noChangeArrowheads="1"/>
            </p:cNvSpPr>
            <p:nvPr/>
          </p:nvSpPr>
          <p:spPr bwMode="gray">
            <a:xfrm>
              <a:off x="2556" y="2310"/>
              <a:ext cx="1900" cy="188"/>
            </a:xfrm>
            <a:prstGeom prst="rect">
              <a:avLst/>
            </a:prstGeom>
            <a:gradFill rotWithShape="1">
              <a:gsLst>
                <a:gs pos="0">
                  <a:schemeClr val="hlink">
                    <a:gamma/>
                    <a:shade val="72549"/>
                    <a:invGamma/>
                  </a:schemeClr>
                </a:gs>
                <a:gs pos="50000">
                  <a:schemeClr val="hlink"/>
                </a:gs>
                <a:gs pos="100000">
                  <a:schemeClr val="hlink">
                    <a:gamma/>
                    <a:shade val="72549"/>
                    <a:invGamma/>
                  </a:schemeClr>
                </a:gs>
              </a:gsLst>
              <a:lin ang="2700000" scaled="1"/>
            </a:gradFill>
            <a:ln w="9525">
              <a:noFill/>
              <a:miter lim="800000"/>
              <a:headEnd/>
              <a:tailEnd/>
            </a:ln>
            <a:effectLst/>
          </p:spPr>
          <p:txBody>
            <a:bodyPr wrap="none" anchor="ctr"/>
            <a:lstStyle/>
            <a:p>
              <a:pPr algn="ctr" eaLnBrk="0" fontAlgn="base" hangingPunct="0"/>
              <a:r>
                <a:rPr lang="zh-CN" altLang="en-US" sz="1600" b="1" dirty="0" smtClean="0">
                  <a:solidFill>
                    <a:srgbClr val="FFFFFF"/>
                  </a:solidFill>
                  <a:latin typeface="Verdana" pitchFamily="34" charset="0"/>
                  <a:ea typeface="宋体" pitchFamily="2" charset="-122"/>
                </a:rPr>
                <a:t>运行结果错误</a:t>
              </a:r>
              <a:endParaRPr lang="zh-CN" altLang="en-US" sz="1600" b="1" dirty="0">
                <a:solidFill>
                  <a:srgbClr val="FFFFFF"/>
                </a:solidFill>
                <a:latin typeface="Verdana" pitchFamily="34" charset="0"/>
                <a:ea typeface="宋体" pitchFamily="2" charset="-122"/>
              </a:endParaRPr>
            </a:p>
          </p:txBody>
        </p:sp>
        <p:sp>
          <p:nvSpPr>
            <p:cNvPr id="148507" name="Freeform 27"/>
            <p:cNvSpPr>
              <a:spLocks/>
            </p:cNvSpPr>
            <p:nvPr/>
          </p:nvSpPr>
          <p:spPr bwMode="gray">
            <a:xfrm>
              <a:off x="2036" y="2494"/>
              <a:ext cx="2415" cy="343"/>
            </a:xfrm>
            <a:custGeom>
              <a:avLst/>
              <a:gdLst/>
              <a:ahLst/>
              <a:cxnLst>
                <a:cxn ang="0">
                  <a:pos x="1742" y="286"/>
                </a:cxn>
                <a:cxn ang="0">
                  <a:pos x="0" y="286"/>
                </a:cxn>
                <a:cxn ang="0">
                  <a:pos x="446" y="0"/>
                </a:cxn>
                <a:cxn ang="0">
                  <a:pos x="2048" y="0"/>
                </a:cxn>
                <a:cxn ang="0">
                  <a:pos x="1742" y="286"/>
                </a:cxn>
              </a:cxnLst>
              <a:rect l="0" t="0" r="r" b="b"/>
              <a:pathLst>
                <a:path w="2048" h="286">
                  <a:moveTo>
                    <a:pt x="1742" y="286"/>
                  </a:moveTo>
                  <a:lnTo>
                    <a:pt x="0" y="286"/>
                  </a:lnTo>
                  <a:lnTo>
                    <a:pt x="446" y="0"/>
                  </a:lnTo>
                  <a:lnTo>
                    <a:pt x="2048" y="0"/>
                  </a:lnTo>
                  <a:lnTo>
                    <a:pt x="1742" y="286"/>
                  </a:lnTo>
                  <a:close/>
                </a:path>
              </a:pathLst>
            </a:custGeom>
            <a:solidFill>
              <a:schemeClr val="folHlink"/>
            </a:solidFill>
            <a:ln w="0">
              <a:noFill/>
              <a:prstDash val="solid"/>
              <a:round/>
              <a:headEnd/>
              <a:tailEnd/>
            </a:ln>
          </p:spPr>
          <p:txBody>
            <a:bodyPr/>
            <a:lstStyle/>
            <a:p>
              <a:endParaRPr lang="zh-CN" altLang="en-US"/>
            </a:p>
          </p:txBody>
        </p:sp>
        <p:sp>
          <p:nvSpPr>
            <p:cNvPr id="148508" name="Rectangle 28"/>
            <p:cNvSpPr>
              <a:spLocks noChangeArrowheads="1"/>
            </p:cNvSpPr>
            <p:nvPr/>
          </p:nvSpPr>
          <p:spPr bwMode="gray">
            <a:xfrm>
              <a:off x="2038" y="2836"/>
              <a:ext cx="2056" cy="188"/>
            </a:xfrm>
            <a:prstGeom prst="rect">
              <a:avLst/>
            </a:prstGeom>
            <a:gradFill rotWithShape="1">
              <a:gsLst>
                <a:gs pos="0">
                  <a:schemeClr val="folHlink">
                    <a:gamma/>
                    <a:shade val="72549"/>
                    <a:invGamma/>
                  </a:schemeClr>
                </a:gs>
                <a:gs pos="50000">
                  <a:schemeClr val="folHlink"/>
                </a:gs>
                <a:gs pos="100000">
                  <a:schemeClr val="folHlink">
                    <a:gamma/>
                    <a:shade val="72549"/>
                    <a:invGamma/>
                  </a:schemeClr>
                </a:gs>
              </a:gsLst>
              <a:lin ang="2700000" scaled="1"/>
            </a:gradFill>
            <a:ln w="9525">
              <a:noFill/>
              <a:miter lim="800000"/>
              <a:headEnd/>
              <a:tailEnd/>
            </a:ln>
            <a:effectLst/>
          </p:spPr>
          <p:txBody>
            <a:bodyPr wrap="none" anchor="ctr"/>
            <a:lstStyle/>
            <a:p>
              <a:pPr algn="ctr" eaLnBrk="0" fontAlgn="base" hangingPunct="0"/>
              <a:r>
                <a:rPr lang="zh-CN" altLang="en-US" sz="1600" b="1" dirty="0" smtClean="0">
                  <a:solidFill>
                    <a:srgbClr val="FFFFFF"/>
                  </a:solidFill>
                  <a:latin typeface="Verdana" pitchFamily="34" charset="0"/>
                  <a:ea typeface="宋体" pitchFamily="2" charset="-122"/>
                </a:rPr>
                <a:t>运行中断</a:t>
              </a:r>
              <a:endParaRPr lang="zh-CN" altLang="en-US" sz="1600" b="1" dirty="0">
                <a:solidFill>
                  <a:srgbClr val="FFFFFF"/>
                </a:solidFill>
                <a:latin typeface="Verdana" pitchFamily="34" charset="0"/>
                <a:ea typeface="宋体" pitchFamily="2" charset="-122"/>
              </a:endParaRPr>
            </a:p>
          </p:txBody>
        </p:sp>
        <p:sp>
          <p:nvSpPr>
            <p:cNvPr id="148509" name="Rectangle 29"/>
            <p:cNvSpPr>
              <a:spLocks noChangeArrowheads="1"/>
            </p:cNvSpPr>
            <p:nvPr/>
          </p:nvSpPr>
          <p:spPr bwMode="gray">
            <a:xfrm>
              <a:off x="1514" y="3363"/>
              <a:ext cx="2213" cy="187"/>
            </a:xfrm>
            <a:prstGeom prst="rect">
              <a:avLst/>
            </a:prstGeom>
            <a:gradFill rotWithShape="1">
              <a:gsLst>
                <a:gs pos="0">
                  <a:schemeClr val="accent1">
                    <a:gamma/>
                    <a:shade val="72549"/>
                    <a:invGamma/>
                  </a:schemeClr>
                </a:gs>
                <a:gs pos="50000">
                  <a:schemeClr val="accent1"/>
                </a:gs>
                <a:gs pos="100000">
                  <a:schemeClr val="accent1">
                    <a:gamma/>
                    <a:shade val="72549"/>
                    <a:invGamma/>
                  </a:schemeClr>
                </a:gs>
              </a:gsLst>
              <a:lin ang="2700000" scaled="1"/>
            </a:gradFill>
            <a:ln w="9525">
              <a:noFill/>
              <a:miter lim="800000"/>
              <a:headEnd/>
              <a:tailEnd/>
            </a:ln>
            <a:effectLst/>
          </p:spPr>
          <p:txBody>
            <a:bodyPr wrap="none" anchor="ctr"/>
            <a:lstStyle/>
            <a:p>
              <a:pPr algn="ctr" eaLnBrk="0" fontAlgn="base" hangingPunct="0"/>
              <a:r>
                <a:rPr lang="zh-CN" altLang="en-US" sz="1600" b="1" dirty="0" smtClean="0">
                  <a:solidFill>
                    <a:srgbClr val="FFFFFF"/>
                  </a:solidFill>
                  <a:latin typeface="Verdana" pitchFamily="34" charset="0"/>
                  <a:ea typeface="宋体" pitchFamily="2" charset="-122"/>
                </a:rPr>
                <a:t>编译时</a:t>
              </a:r>
              <a:endParaRPr lang="zh-CN" altLang="en-US" sz="1600" b="1" dirty="0">
                <a:solidFill>
                  <a:srgbClr val="FFFFFF"/>
                </a:solidFill>
                <a:latin typeface="Verdana" pitchFamily="34" charset="0"/>
                <a:ea typeface="宋体" pitchFamily="2" charset="-122"/>
              </a:endParaRPr>
            </a:p>
          </p:txBody>
        </p:sp>
      </p:grpSp>
      <p:sp>
        <p:nvSpPr>
          <p:cNvPr id="148510" name="Text Box 30"/>
          <p:cNvSpPr txBox="1">
            <a:spLocks noChangeArrowheads="1"/>
          </p:cNvSpPr>
          <p:nvPr/>
        </p:nvSpPr>
        <p:spPr bwMode="auto">
          <a:xfrm>
            <a:off x="533400" y="1295400"/>
            <a:ext cx="5867400" cy="457200"/>
          </a:xfrm>
          <a:prstGeom prst="rect">
            <a:avLst/>
          </a:prstGeom>
          <a:noFill/>
          <a:ln w="9525" algn="ctr">
            <a:noFill/>
            <a:miter lim="800000"/>
            <a:headEnd/>
            <a:tailEnd/>
          </a:ln>
          <a:effectLst/>
        </p:spPr>
        <p:txBody>
          <a:bodyPr>
            <a:spAutoFit/>
          </a:bodyPr>
          <a:lstStyle/>
          <a:p>
            <a:pPr fontAlgn="base">
              <a:spcBef>
                <a:spcPct val="50000"/>
              </a:spcBef>
            </a:pPr>
            <a:r>
              <a:rPr lang="zh-CN" altLang="en-US" sz="2400" b="1" dirty="0" smtClean="0">
                <a:latin typeface="MS Mincho" pitchFamily="49" charset="-128"/>
                <a:ea typeface="宋体" pitchFamily="2" charset="-122"/>
              </a:rPr>
              <a:t>调试层次（针对初学者）</a:t>
            </a:r>
            <a:endParaRPr lang="zh-CN" altLang="en-US" sz="2400" b="1" dirty="0">
              <a:latin typeface="MS Mincho" pitchFamily="49" charset="-128"/>
              <a:ea typeface="宋体"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8483"/>
                                        </p:tgtEl>
                                        <p:attrNameLst>
                                          <p:attrName>style.visibility</p:attrName>
                                        </p:attrNameLst>
                                      </p:cBhvr>
                                      <p:to>
                                        <p:strVal val="visible"/>
                                      </p:to>
                                    </p:set>
                                    <p:animEffect transition="in" filter="blinds(horizontal)">
                                      <p:cBhvr>
                                        <p:cTn id="7" dur="500"/>
                                        <p:tgtEl>
                                          <p:spTgt spid="14848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8484"/>
                                        </p:tgtEl>
                                        <p:attrNameLst>
                                          <p:attrName>style.visibility</p:attrName>
                                        </p:attrNameLst>
                                      </p:cBhvr>
                                      <p:to>
                                        <p:strVal val="visible"/>
                                      </p:to>
                                    </p:set>
                                    <p:animEffect transition="in" filter="blinds(horizontal)">
                                      <p:cBhvr>
                                        <p:cTn id="10" dur="500"/>
                                        <p:tgtEl>
                                          <p:spTgt spid="14848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48485"/>
                                        </p:tgtEl>
                                        <p:attrNameLst>
                                          <p:attrName>style.visibility</p:attrName>
                                        </p:attrNameLst>
                                      </p:cBhvr>
                                      <p:to>
                                        <p:strVal val="visible"/>
                                      </p:to>
                                    </p:set>
                                    <p:animEffect transition="in" filter="blinds(horizontal)">
                                      <p:cBhvr>
                                        <p:cTn id="13" dur="500"/>
                                        <p:tgtEl>
                                          <p:spTgt spid="14848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48486"/>
                                        </p:tgtEl>
                                        <p:attrNameLst>
                                          <p:attrName>style.visibility</p:attrName>
                                        </p:attrNameLst>
                                      </p:cBhvr>
                                      <p:to>
                                        <p:strVal val="visible"/>
                                      </p:to>
                                    </p:set>
                                    <p:animEffect transition="in" filter="blinds(horizontal)">
                                      <p:cBhvr>
                                        <p:cTn id="16" dur="500"/>
                                        <p:tgtEl>
                                          <p:spTgt spid="14848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48487"/>
                                        </p:tgtEl>
                                        <p:attrNameLst>
                                          <p:attrName>style.visibility</p:attrName>
                                        </p:attrNameLst>
                                      </p:cBhvr>
                                      <p:to>
                                        <p:strVal val="visible"/>
                                      </p:to>
                                    </p:set>
                                    <p:animEffect transition="in" filter="blinds(horizontal)">
                                      <p:cBhvr>
                                        <p:cTn id="19" dur="500"/>
                                        <p:tgtEl>
                                          <p:spTgt spid="148487"/>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48488"/>
                                        </p:tgtEl>
                                        <p:attrNameLst>
                                          <p:attrName>style.visibility</p:attrName>
                                        </p:attrNameLst>
                                      </p:cBhvr>
                                      <p:to>
                                        <p:strVal val="visible"/>
                                      </p:to>
                                    </p:set>
                                    <p:animEffect transition="in" filter="blinds(horizontal)">
                                      <p:cBhvr>
                                        <p:cTn id="22" dur="500"/>
                                        <p:tgtEl>
                                          <p:spTgt spid="14848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48489"/>
                                        </p:tgtEl>
                                        <p:attrNameLst>
                                          <p:attrName>style.visibility</p:attrName>
                                        </p:attrNameLst>
                                      </p:cBhvr>
                                      <p:to>
                                        <p:strVal val="visible"/>
                                      </p:to>
                                    </p:set>
                                    <p:animEffect transition="in" filter="blinds(horizontal)">
                                      <p:cBhvr>
                                        <p:cTn id="25" dur="500"/>
                                        <p:tgtEl>
                                          <p:spTgt spid="14848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48490"/>
                                        </p:tgtEl>
                                        <p:attrNameLst>
                                          <p:attrName>style.visibility</p:attrName>
                                        </p:attrNameLst>
                                      </p:cBhvr>
                                      <p:to>
                                        <p:strVal val="visible"/>
                                      </p:to>
                                    </p:set>
                                    <p:animEffect transition="in" filter="blinds(horizontal)">
                                      <p:cBhvr>
                                        <p:cTn id="28" dur="500"/>
                                        <p:tgtEl>
                                          <p:spTgt spid="14849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48491"/>
                                        </p:tgtEl>
                                        <p:attrNameLst>
                                          <p:attrName>style.visibility</p:attrName>
                                        </p:attrNameLst>
                                      </p:cBhvr>
                                      <p:to>
                                        <p:strVal val="visible"/>
                                      </p:to>
                                    </p:set>
                                    <p:animEffect transition="in" filter="blinds(horizontal)">
                                      <p:cBhvr>
                                        <p:cTn id="31" dur="500"/>
                                        <p:tgtEl>
                                          <p:spTgt spid="14849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48492"/>
                                        </p:tgtEl>
                                        <p:attrNameLst>
                                          <p:attrName>style.visibility</p:attrName>
                                        </p:attrNameLst>
                                      </p:cBhvr>
                                      <p:to>
                                        <p:strVal val="visible"/>
                                      </p:to>
                                    </p:set>
                                    <p:animEffect transition="in" filter="blinds(horizontal)">
                                      <p:cBhvr>
                                        <p:cTn id="34" dur="500"/>
                                        <p:tgtEl>
                                          <p:spTgt spid="14849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48493"/>
                                        </p:tgtEl>
                                        <p:attrNameLst>
                                          <p:attrName>style.visibility</p:attrName>
                                        </p:attrNameLst>
                                      </p:cBhvr>
                                      <p:to>
                                        <p:strVal val="visible"/>
                                      </p:to>
                                    </p:set>
                                    <p:animEffect transition="in" filter="blinds(horizontal)">
                                      <p:cBhvr>
                                        <p:cTn id="37" dur="500"/>
                                        <p:tgtEl>
                                          <p:spTgt spid="148493"/>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48494"/>
                                        </p:tgtEl>
                                        <p:attrNameLst>
                                          <p:attrName>style.visibility</p:attrName>
                                        </p:attrNameLst>
                                      </p:cBhvr>
                                      <p:to>
                                        <p:strVal val="visible"/>
                                      </p:to>
                                    </p:set>
                                    <p:animEffect transition="in" filter="blinds(horizontal)">
                                      <p:cBhvr>
                                        <p:cTn id="40" dur="500"/>
                                        <p:tgtEl>
                                          <p:spTgt spid="148494"/>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48495"/>
                                        </p:tgtEl>
                                        <p:attrNameLst>
                                          <p:attrName>style.visibility</p:attrName>
                                        </p:attrNameLst>
                                      </p:cBhvr>
                                      <p:to>
                                        <p:strVal val="visible"/>
                                      </p:to>
                                    </p:set>
                                    <p:animEffect transition="in" filter="blinds(horizontal)">
                                      <p:cBhvr>
                                        <p:cTn id="43" dur="500"/>
                                        <p:tgtEl>
                                          <p:spTgt spid="148495"/>
                                        </p:tgtEl>
                                      </p:cBhvr>
                                    </p:animEffect>
                                  </p:childTnLst>
                                </p:cTn>
                              </p:par>
                              <p:par>
                                <p:cTn id="44" presetID="3" presetClass="entr" presetSubtype="10" fill="hold" nodeType="withEffect">
                                  <p:stCondLst>
                                    <p:cond delay="0"/>
                                  </p:stCondLst>
                                  <p:childTnLst>
                                    <p:set>
                                      <p:cBhvr>
                                        <p:cTn id="45" dur="1" fill="hold">
                                          <p:stCondLst>
                                            <p:cond delay="0"/>
                                          </p:stCondLst>
                                        </p:cTn>
                                        <p:tgtEl>
                                          <p:spTgt spid="148496"/>
                                        </p:tgtEl>
                                        <p:attrNameLst>
                                          <p:attrName>style.visibility</p:attrName>
                                        </p:attrNameLst>
                                      </p:cBhvr>
                                      <p:to>
                                        <p:strVal val="visible"/>
                                      </p:to>
                                    </p:set>
                                    <p:animEffect transition="in" filter="blinds(horizontal)">
                                      <p:cBhvr>
                                        <p:cTn id="46" dur="500"/>
                                        <p:tgtEl>
                                          <p:spTgt spid="148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animBg="1"/>
      <p:bldP spid="148484" grpId="0" animBg="1"/>
      <p:bldP spid="148485" grpId="0" animBg="1"/>
      <p:bldP spid="148486" grpId="0" animBg="1"/>
      <p:bldP spid="148487" grpId="0" animBg="1"/>
      <p:bldP spid="148488" grpId="0" animBg="1"/>
      <p:bldP spid="148489" grpId="0" animBg="1"/>
      <p:bldP spid="148490" grpId="0" animBg="1"/>
      <p:bldP spid="148491" grpId="0" animBg="1"/>
      <p:bldP spid="148492" grpId="0"/>
      <p:bldP spid="148493" grpId="0"/>
      <p:bldP spid="148494" grpId="0"/>
      <p:bldP spid="14849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页脚占位符 4"/>
          <p:cNvSpPr>
            <a:spLocks noGrp="1"/>
          </p:cNvSpPr>
          <p:nvPr>
            <p:ph type="ftr" sz="quarter" idx="11"/>
          </p:nvPr>
        </p:nvSpPr>
        <p:spPr/>
        <p:txBody>
          <a:bodyPr/>
          <a:lstStyle/>
          <a:p>
            <a:r>
              <a:rPr lang="en-US" altLang="zh-CN"/>
              <a:t>SIE. BIT</a:t>
            </a:r>
          </a:p>
        </p:txBody>
      </p:sp>
      <p:sp>
        <p:nvSpPr>
          <p:cNvPr id="149506" name="Rectangle 2"/>
          <p:cNvSpPr>
            <a:spLocks noGrp="1" noChangeArrowheads="1"/>
          </p:cNvSpPr>
          <p:nvPr>
            <p:ph type="title"/>
          </p:nvPr>
        </p:nvSpPr>
        <p:spPr/>
        <p:txBody>
          <a:bodyPr/>
          <a:lstStyle/>
          <a:p>
            <a:r>
              <a:rPr lang="zh-CN" altLang="en-US" sz="3600" dirty="0" smtClean="0">
                <a:ea typeface="宋体" pitchFamily="2" charset="-122"/>
              </a:rPr>
              <a:t>调试有关基本概念</a:t>
            </a:r>
            <a:endParaRPr lang="en-US" altLang="zh-CN" sz="3600" dirty="0">
              <a:ea typeface="宋体" pitchFamily="2" charset="-122"/>
            </a:endParaRPr>
          </a:p>
        </p:txBody>
      </p:sp>
      <p:sp>
        <p:nvSpPr>
          <p:cNvPr id="149507" name="AutoShape 3"/>
          <p:cNvSpPr>
            <a:spLocks noChangeArrowheads="1"/>
          </p:cNvSpPr>
          <p:nvPr/>
        </p:nvSpPr>
        <p:spPr bwMode="auto">
          <a:xfrm>
            <a:off x="5562600" y="3171825"/>
            <a:ext cx="2286000" cy="2667000"/>
          </a:xfrm>
          <a:prstGeom prst="roundRect">
            <a:avLst>
              <a:gd name="adj" fmla="val 16667"/>
            </a:avLst>
          </a:prstGeom>
          <a:noFill/>
          <a:ln w="38100">
            <a:solidFill>
              <a:schemeClr val="tx1"/>
            </a:solidFill>
            <a:round/>
            <a:headEnd/>
            <a:tailEnd/>
          </a:ln>
          <a:effectLst/>
        </p:spPr>
        <p:txBody>
          <a:bodyPr wrap="none" anchor="ctr"/>
          <a:lstStyle/>
          <a:p>
            <a:pPr algn="ctr" eaLnBrk="0" fontAlgn="base" hangingPunct="0"/>
            <a:endParaRPr lang="zh-CN" altLang="en-US">
              <a:latin typeface="Verdana" pitchFamily="34" charset="0"/>
              <a:ea typeface="宋体" pitchFamily="2" charset="-122"/>
            </a:endParaRPr>
          </a:p>
        </p:txBody>
      </p:sp>
      <p:sp>
        <p:nvSpPr>
          <p:cNvPr id="149508" name="Text Box 4"/>
          <p:cNvSpPr txBox="1">
            <a:spLocks noChangeArrowheads="1"/>
          </p:cNvSpPr>
          <p:nvPr/>
        </p:nvSpPr>
        <p:spPr bwMode="auto">
          <a:xfrm>
            <a:off x="5715000" y="3367088"/>
            <a:ext cx="2057400" cy="1046440"/>
          </a:xfrm>
          <a:prstGeom prst="rect">
            <a:avLst/>
          </a:prstGeom>
          <a:noFill/>
          <a:ln w="9525">
            <a:noFill/>
            <a:miter lim="800000"/>
            <a:headEnd/>
            <a:tailEnd/>
          </a:ln>
          <a:effectLst/>
        </p:spPr>
        <p:txBody>
          <a:bodyPr>
            <a:spAutoFit/>
          </a:bodyPr>
          <a:lstStyle/>
          <a:p>
            <a:pPr eaLnBrk="0" fontAlgn="base" hangingPunct="0"/>
            <a:r>
              <a:rPr lang="zh-CN" altLang="en-US" sz="2000" b="1" dirty="0" smtClean="0">
                <a:solidFill>
                  <a:srgbClr val="000000"/>
                </a:solidFill>
                <a:latin typeface="MS Mincho" pitchFamily="49" charset="-128"/>
                <a:ea typeface="宋体" pitchFamily="2" charset="-122"/>
              </a:rPr>
              <a:t>修改问题</a:t>
            </a:r>
            <a:endParaRPr lang="zh-CN" altLang="en-US" sz="2000" b="1" dirty="0">
              <a:solidFill>
                <a:srgbClr val="000000"/>
              </a:solidFill>
              <a:latin typeface="MS Mincho" pitchFamily="49" charset="-128"/>
              <a:ea typeface="宋体" pitchFamily="2" charset="-122"/>
            </a:endParaRPr>
          </a:p>
          <a:p>
            <a:pPr eaLnBrk="0" fontAlgn="base" hangingPunct="0"/>
            <a:r>
              <a:rPr lang="zh-CN" altLang="en-US" sz="1400" dirty="0" smtClean="0">
                <a:solidFill>
                  <a:srgbClr val="000000"/>
                </a:solidFill>
                <a:latin typeface="MS Mincho" pitchFamily="49" charset="-128"/>
                <a:ea typeface="宋体" pitchFamily="2" charset="-122"/>
              </a:rPr>
              <a:t>修改的彻底性</a:t>
            </a:r>
            <a:r>
              <a:rPr lang="en-US" altLang="zh-CN" sz="1400" dirty="0" smtClean="0">
                <a:solidFill>
                  <a:srgbClr val="000000"/>
                </a:solidFill>
                <a:latin typeface="MS Mincho" pitchFamily="49" charset="-128"/>
                <a:ea typeface="宋体" pitchFamily="2" charset="-122"/>
              </a:rPr>
              <a:t>.</a:t>
            </a:r>
          </a:p>
          <a:p>
            <a:pPr eaLnBrk="0" fontAlgn="base" hangingPunct="0"/>
            <a:r>
              <a:rPr lang="zh-CN" altLang="en-US" sz="1400" dirty="0" smtClean="0">
                <a:solidFill>
                  <a:srgbClr val="000000"/>
                </a:solidFill>
                <a:latin typeface="MS Mincho" pitchFamily="49" charset="-128"/>
                <a:ea typeface="宋体" pitchFamily="2" charset="-122"/>
              </a:rPr>
              <a:t>修改旧问题引出新问题。</a:t>
            </a:r>
            <a:endParaRPr lang="en-US" altLang="zh-CN" sz="1400" dirty="0">
              <a:solidFill>
                <a:srgbClr val="000000"/>
              </a:solidFill>
              <a:latin typeface="MS Mincho" pitchFamily="49" charset="-128"/>
              <a:ea typeface="宋体" pitchFamily="2" charset="-122"/>
            </a:endParaRPr>
          </a:p>
        </p:txBody>
      </p:sp>
      <p:sp>
        <p:nvSpPr>
          <p:cNvPr id="149509" name="AutoShape 5"/>
          <p:cNvSpPr>
            <a:spLocks noChangeArrowheads="1"/>
          </p:cNvSpPr>
          <p:nvPr/>
        </p:nvSpPr>
        <p:spPr bwMode="auto">
          <a:xfrm>
            <a:off x="1143000" y="3171825"/>
            <a:ext cx="2286000" cy="2667000"/>
          </a:xfrm>
          <a:prstGeom prst="roundRect">
            <a:avLst>
              <a:gd name="adj" fmla="val 16667"/>
            </a:avLst>
          </a:prstGeom>
          <a:noFill/>
          <a:ln w="38100">
            <a:solidFill>
              <a:schemeClr val="tx1"/>
            </a:solidFill>
            <a:round/>
            <a:headEnd/>
            <a:tailEnd/>
          </a:ln>
          <a:effectLst/>
        </p:spPr>
        <p:txBody>
          <a:bodyPr wrap="none" anchor="ctr"/>
          <a:lstStyle/>
          <a:p>
            <a:pPr algn="ctr" eaLnBrk="0" fontAlgn="base" hangingPunct="0"/>
            <a:endParaRPr lang="zh-CN" altLang="en-US">
              <a:latin typeface="Verdana" pitchFamily="34" charset="0"/>
              <a:ea typeface="宋体" pitchFamily="2" charset="-122"/>
            </a:endParaRPr>
          </a:p>
        </p:txBody>
      </p:sp>
      <p:sp>
        <p:nvSpPr>
          <p:cNvPr id="149510" name="Text Box 6"/>
          <p:cNvSpPr txBox="1">
            <a:spLocks noChangeArrowheads="1"/>
          </p:cNvSpPr>
          <p:nvPr/>
        </p:nvSpPr>
        <p:spPr bwMode="auto">
          <a:xfrm>
            <a:off x="1238250" y="3371850"/>
            <a:ext cx="2190750" cy="1046440"/>
          </a:xfrm>
          <a:prstGeom prst="rect">
            <a:avLst/>
          </a:prstGeom>
          <a:noFill/>
          <a:ln w="9525">
            <a:noFill/>
            <a:miter lim="800000"/>
            <a:headEnd/>
            <a:tailEnd/>
          </a:ln>
          <a:effectLst/>
        </p:spPr>
        <p:txBody>
          <a:bodyPr>
            <a:spAutoFit/>
          </a:bodyPr>
          <a:lstStyle/>
          <a:p>
            <a:pPr eaLnBrk="0" fontAlgn="base" hangingPunct="0"/>
            <a:r>
              <a:rPr lang="zh-CN" altLang="en-US" sz="2000" b="1" dirty="0" smtClean="0">
                <a:solidFill>
                  <a:srgbClr val="000000"/>
                </a:solidFill>
                <a:latin typeface="MS Mincho" pitchFamily="49" charset="-128"/>
                <a:ea typeface="宋体" pitchFamily="2" charset="-122"/>
              </a:rPr>
              <a:t>找出问题</a:t>
            </a:r>
          </a:p>
          <a:p>
            <a:pPr eaLnBrk="0" fontAlgn="base" hangingPunct="0"/>
            <a:r>
              <a:rPr lang="zh-CN" altLang="en-US" sz="1400" dirty="0" smtClean="0">
                <a:solidFill>
                  <a:srgbClr val="000000"/>
                </a:solidFill>
                <a:latin typeface="MS Mincho" pitchFamily="49" charset="-128"/>
                <a:ea typeface="宋体" pitchFamily="2" charset="-122"/>
              </a:rPr>
              <a:t>问题可能有多个</a:t>
            </a:r>
            <a:r>
              <a:rPr lang="en-US" altLang="zh-CN" sz="1400" dirty="0" smtClean="0">
                <a:solidFill>
                  <a:srgbClr val="000000"/>
                </a:solidFill>
                <a:latin typeface="MS Mincho" pitchFamily="49" charset="-128"/>
                <a:ea typeface="宋体" pitchFamily="2" charset="-122"/>
              </a:rPr>
              <a:t>.</a:t>
            </a:r>
          </a:p>
          <a:p>
            <a:pPr eaLnBrk="0" fontAlgn="base" hangingPunct="0"/>
            <a:r>
              <a:rPr lang="zh-CN" altLang="en-US" sz="1400" dirty="0" smtClean="0">
                <a:solidFill>
                  <a:srgbClr val="000000"/>
                </a:solidFill>
                <a:latin typeface="MS Mincho" pitchFamily="49" charset="-128"/>
                <a:ea typeface="宋体" pitchFamily="2" charset="-122"/>
              </a:rPr>
              <a:t>问题可能有表明现象和实际错误。</a:t>
            </a:r>
            <a:endParaRPr lang="en-US" altLang="zh-CN" sz="1400" dirty="0">
              <a:solidFill>
                <a:srgbClr val="000000"/>
              </a:solidFill>
              <a:latin typeface="MS Mincho" pitchFamily="49" charset="-128"/>
              <a:ea typeface="宋体" pitchFamily="2" charset="-122"/>
            </a:endParaRPr>
          </a:p>
        </p:txBody>
      </p:sp>
      <p:sp>
        <p:nvSpPr>
          <p:cNvPr id="149511" name="Freeform 7"/>
          <p:cNvSpPr>
            <a:spLocks/>
          </p:cNvSpPr>
          <p:nvPr/>
        </p:nvSpPr>
        <p:spPr bwMode="gray">
          <a:xfrm>
            <a:off x="3222625" y="3074988"/>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chemeClr val="accent2">
                  <a:gamma/>
                  <a:tint val="63529"/>
                  <a:invGamma/>
                </a:schemeClr>
              </a:gs>
            </a:gsLst>
            <a:lin ang="0" scaled="1"/>
          </a:gradFill>
          <a:ln w="0">
            <a:noFill/>
            <a:prstDash val="solid"/>
            <a:round/>
            <a:headEnd/>
            <a:tailEnd/>
          </a:ln>
        </p:spPr>
        <p:txBody>
          <a:bodyPr/>
          <a:lstStyle/>
          <a:p>
            <a:endParaRPr lang="zh-CN" altLang="en-US"/>
          </a:p>
        </p:txBody>
      </p:sp>
      <p:sp>
        <p:nvSpPr>
          <p:cNvPr id="149512" name="AutoShape 8"/>
          <p:cNvSpPr>
            <a:spLocks noChangeAspect="1" noChangeArrowheads="1" noTextEdit="1"/>
          </p:cNvSpPr>
          <p:nvPr/>
        </p:nvSpPr>
        <p:spPr bwMode="gray">
          <a:xfrm flipH="1">
            <a:off x="4868863" y="3071813"/>
            <a:ext cx="909637" cy="1244600"/>
          </a:xfrm>
          <a:prstGeom prst="rect">
            <a:avLst/>
          </a:prstGeom>
          <a:noFill/>
          <a:ln w="9525">
            <a:noFill/>
            <a:miter lim="800000"/>
            <a:headEnd/>
            <a:tailEnd/>
          </a:ln>
        </p:spPr>
        <p:txBody>
          <a:bodyPr/>
          <a:lstStyle/>
          <a:p>
            <a:endParaRPr lang="zh-CN" altLang="en-US"/>
          </a:p>
        </p:txBody>
      </p:sp>
      <p:sp>
        <p:nvSpPr>
          <p:cNvPr id="149513" name="Freeform 9"/>
          <p:cNvSpPr>
            <a:spLocks/>
          </p:cNvSpPr>
          <p:nvPr/>
        </p:nvSpPr>
        <p:spPr bwMode="gray">
          <a:xfrm flipH="1">
            <a:off x="4875213" y="3074988"/>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w="0">
            <a:noFill/>
            <a:prstDash val="solid"/>
            <a:round/>
            <a:headEnd/>
            <a:tailEnd/>
          </a:ln>
        </p:spPr>
        <p:txBody>
          <a:bodyPr/>
          <a:lstStyle/>
          <a:p>
            <a:endParaRPr lang="zh-CN" altLang="en-US"/>
          </a:p>
        </p:txBody>
      </p:sp>
      <p:grpSp>
        <p:nvGrpSpPr>
          <p:cNvPr id="149514" name="Group 10"/>
          <p:cNvGrpSpPr>
            <a:grpSpLocks/>
          </p:cNvGrpSpPr>
          <p:nvPr/>
        </p:nvGrpSpPr>
        <p:grpSpPr bwMode="auto">
          <a:xfrm>
            <a:off x="3048000" y="1447800"/>
            <a:ext cx="2998788" cy="1601788"/>
            <a:chOff x="1997" y="1314"/>
            <a:chExt cx="1889" cy="1009"/>
          </a:xfrm>
        </p:grpSpPr>
        <p:grpSp>
          <p:nvGrpSpPr>
            <p:cNvPr id="149515" name="Group 11"/>
            <p:cNvGrpSpPr>
              <a:grpSpLocks/>
            </p:cNvGrpSpPr>
            <p:nvPr/>
          </p:nvGrpSpPr>
          <p:grpSpPr bwMode="auto">
            <a:xfrm>
              <a:off x="1997" y="1404"/>
              <a:ext cx="1889" cy="919"/>
              <a:chOff x="1973" y="1027"/>
              <a:chExt cx="1926" cy="937"/>
            </a:xfrm>
          </p:grpSpPr>
          <p:sp>
            <p:nvSpPr>
              <p:cNvPr id="149516" name="Oval 12"/>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endParaRPr lang="zh-CN" altLang="en-US"/>
              </a:p>
            </p:txBody>
          </p:sp>
          <p:sp>
            <p:nvSpPr>
              <p:cNvPr id="149517" name="Oval 13"/>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endParaRPr lang="zh-CN" altLang="en-US"/>
              </a:p>
            </p:txBody>
          </p:sp>
        </p:grpSp>
        <p:sp>
          <p:nvSpPr>
            <p:cNvPr id="149518" name="Oval 14"/>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endParaRPr lang="zh-CN" altLang="en-US"/>
            </a:p>
          </p:txBody>
        </p:sp>
        <p:sp>
          <p:nvSpPr>
            <p:cNvPr id="149519" name="Oval 15"/>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endParaRPr lang="zh-CN" altLang="en-US"/>
            </a:p>
          </p:txBody>
        </p:sp>
        <p:sp>
          <p:nvSpPr>
            <p:cNvPr id="149520" name="Oval 16"/>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endParaRPr lang="zh-CN" altLang="en-US"/>
            </a:p>
          </p:txBody>
        </p:sp>
        <p:sp>
          <p:nvSpPr>
            <p:cNvPr id="149521" name="Oval 17"/>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endParaRPr lang="zh-CN" altLang="en-US"/>
            </a:p>
          </p:txBody>
        </p:sp>
      </p:grpSp>
      <p:sp>
        <p:nvSpPr>
          <p:cNvPr id="149522" name="Text Box 18"/>
          <p:cNvSpPr txBox="1">
            <a:spLocks noChangeArrowheads="1"/>
          </p:cNvSpPr>
          <p:nvPr/>
        </p:nvSpPr>
        <p:spPr bwMode="auto">
          <a:xfrm>
            <a:off x="3840006" y="1628775"/>
            <a:ext cx="1313180" cy="769441"/>
          </a:xfrm>
          <a:prstGeom prst="rect">
            <a:avLst/>
          </a:prstGeom>
          <a:noFill/>
          <a:ln w="9525" algn="ctr">
            <a:noFill/>
            <a:miter lim="800000"/>
            <a:headEnd/>
            <a:tailEnd/>
          </a:ln>
          <a:effectLst/>
        </p:spPr>
        <p:txBody>
          <a:bodyPr wrap="none">
            <a:spAutoFit/>
          </a:bodyPr>
          <a:lstStyle/>
          <a:p>
            <a:pPr algn="ctr" eaLnBrk="0" fontAlgn="base" hangingPunct="0"/>
            <a:r>
              <a:rPr lang="zh-CN" altLang="en-US" sz="4400" dirty="0" smtClean="0">
                <a:solidFill>
                  <a:srgbClr val="000000"/>
                </a:solidFill>
                <a:latin typeface="黑体" pitchFamily="49" charset="-122"/>
                <a:ea typeface="黑体" pitchFamily="49" charset="-122"/>
              </a:rPr>
              <a:t>调试</a:t>
            </a:r>
            <a:endParaRPr lang="zh-CN" altLang="en-US" sz="4400" dirty="0">
              <a:solidFill>
                <a:srgbClr val="000000"/>
              </a:solidFill>
              <a:latin typeface="黑体" pitchFamily="49" charset="-122"/>
              <a:ea typeface="黑体" pitchFamily="49" charset="-122"/>
            </a:endParaRPr>
          </a:p>
        </p:txBody>
      </p:sp>
      <p:sp>
        <p:nvSpPr>
          <p:cNvPr id="149523" name="Text Box 19"/>
          <p:cNvSpPr txBox="1">
            <a:spLocks noChangeArrowheads="1"/>
          </p:cNvSpPr>
          <p:nvPr/>
        </p:nvSpPr>
        <p:spPr bwMode="auto">
          <a:xfrm>
            <a:off x="304800" y="1295400"/>
            <a:ext cx="1828800" cy="457200"/>
          </a:xfrm>
          <a:prstGeom prst="rect">
            <a:avLst/>
          </a:prstGeom>
          <a:noFill/>
          <a:ln w="9525" algn="ctr">
            <a:noFill/>
            <a:miter lim="800000"/>
            <a:headEnd/>
            <a:tailEnd/>
          </a:ln>
          <a:effectLst/>
        </p:spPr>
        <p:txBody>
          <a:bodyPr>
            <a:spAutoFit/>
          </a:bodyPr>
          <a:lstStyle/>
          <a:p>
            <a:pPr fontAlgn="base">
              <a:spcBef>
                <a:spcPct val="50000"/>
              </a:spcBef>
            </a:pPr>
            <a:r>
              <a:rPr lang="zh-CN" altLang="en-US" sz="2400" dirty="0" smtClean="0">
                <a:latin typeface="MS Mincho" pitchFamily="49" charset="-128"/>
                <a:ea typeface="宋体" pitchFamily="2" charset="-122"/>
              </a:rPr>
              <a:t>调试步骤</a:t>
            </a:r>
            <a:endParaRPr lang="zh-CN" altLang="en-US" sz="2400" dirty="0">
              <a:latin typeface="MS Mincho" pitchFamily="49" charset="-128"/>
              <a:ea typeface="宋体" pitchFamily="2" charset="-122"/>
            </a:endParaRPr>
          </a:p>
        </p:txBody>
      </p:sp>
      <p:sp>
        <p:nvSpPr>
          <p:cNvPr id="22" name="TextBox 21"/>
          <p:cNvSpPr txBox="1"/>
          <p:nvPr/>
        </p:nvSpPr>
        <p:spPr>
          <a:xfrm>
            <a:off x="5410200" y="6019800"/>
            <a:ext cx="2895600" cy="400110"/>
          </a:xfrm>
          <a:prstGeom prst="rect">
            <a:avLst/>
          </a:prstGeom>
          <a:noFill/>
        </p:spPr>
        <p:txBody>
          <a:bodyPr wrap="square" rtlCol="0">
            <a:spAutoFit/>
          </a:bodyPr>
          <a:lstStyle/>
          <a:p>
            <a:pPr algn="ctr"/>
            <a:r>
              <a:rPr lang="zh-CN" altLang="en-US" sz="2000" b="1" dirty="0" smtClean="0">
                <a:effectLst>
                  <a:outerShdw blurRad="38100" dist="38100" dir="2700000" algn="tl">
                    <a:srgbClr val="000000">
                      <a:alpha val="43137"/>
                    </a:srgbClr>
                  </a:outerShdw>
                </a:effectLst>
                <a:latin typeface="黑体" pitchFamily="49" charset="-122"/>
                <a:ea typeface="黑体" pitchFamily="49" charset="-122"/>
              </a:rPr>
              <a:t>必要时修改设计文档</a:t>
            </a:r>
            <a:endParaRPr lang="zh-CN" altLang="en-US" sz="2000" b="1" dirty="0">
              <a:effectLst>
                <a:outerShdw blurRad="38100" dist="38100" dir="2700000" algn="tl">
                  <a:srgbClr val="000000">
                    <a:alpha val="43137"/>
                  </a:srgbClr>
                </a:outerShdw>
              </a:effectLst>
              <a:latin typeface="黑体" pitchFamily="49" charset="-122"/>
              <a:ea typeface="黑体"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9509"/>
                                        </p:tgtEl>
                                        <p:attrNameLst>
                                          <p:attrName>style.visibility</p:attrName>
                                        </p:attrNameLst>
                                      </p:cBhvr>
                                      <p:to>
                                        <p:strVal val="visible"/>
                                      </p:to>
                                    </p:set>
                                    <p:animEffect transition="in" filter="blinds(horizontal)">
                                      <p:cBhvr>
                                        <p:cTn id="7" dur="500"/>
                                        <p:tgtEl>
                                          <p:spTgt spid="14950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9510"/>
                                        </p:tgtEl>
                                        <p:attrNameLst>
                                          <p:attrName>style.visibility</p:attrName>
                                        </p:attrNameLst>
                                      </p:cBhvr>
                                      <p:to>
                                        <p:strVal val="visible"/>
                                      </p:to>
                                    </p:set>
                                    <p:animEffect transition="in" filter="blinds(horizontal)">
                                      <p:cBhvr>
                                        <p:cTn id="10" dur="500"/>
                                        <p:tgtEl>
                                          <p:spTgt spid="14951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49511"/>
                                        </p:tgtEl>
                                        <p:attrNameLst>
                                          <p:attrName>style.visibility</p:attrName>
                                        </p:attrNameLst>
                                      </p:cBhvr>
                                      <p:to>
                                        <p:strVal val="visible"/>
                                      </p:to>
                                    </p:set>
                                    <p:animEffect transition="in" filter="blinds(horizontal)">
                                      <p:cBhvr>
                                        <p:cTn id="13" dur="500"/>
                                        <p:tgtEl>
                                          <p:spTgt spid="14951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9507"/>
                                        </p:tgtEl>
                                        <p:attrNameLst>
                                          <p:attrName>style.visibility</p:attrName>
                                        </p:attrNameLst>
                                      </p:cBhvr>
                                      <p:to>
                                        <p:strVal val="visible"/>
                                      </p:to>
                                    </p:set>
                                    <p:animEffect transition="in" filter="blinds(horizontal)">
                                      <p:cBhvr>
                                        <p:cTn id="18" dur="500"/>
                                        <p:tgtEl>
                                          <p:spTgt spid="14950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49508"/>
                                        </p:tgtEl>
                                        <p:attrNameLst>
                                          <p:attrName>style.visibility</p:attrName>
                                        </p:attrNameLst>
                                      </p:cBhvr>
                                      <p:to>
                                        <p:strVal val="visible"/>
                                      </p:to>
                                    </p:set>
                                    <p:animEffect transition="in" filter="blinds(horizontal)">
                                      <p:cBhvr>
                                        <p:cTn id="21" dur="500"/>
                                        <p:tgtEl>
                                          <p:spTgt spid="149508"/>
                                        </p:tgtEl>
                                      </p:cBhvr>
                                    </p:animEffect>
                                  </p:childTnLst>
                                </p:cTn>
                              </p:par>
                              <p:par>
                                <p:cTn id="22" presetID="3" presetClass="entr" presetSubtype="10" fill="hold" grpId="0" nodeType="withEffect" nodePh="1">
                                  <p:stCondLst>
                                    <p:cond delay="0"/>
                                  </p:stCondLst>
                                  <p:endCondLst>
                                    <p:cond evt="begin" delay="0">
                                      <p:tn val="22"/>
                                    </p:cond>
                                  </p:endCondLst>
                                  <p:childTnLst>
                                    <p:set>
                                      <p:cBhvr>
                                        <p:cTn id="23" dur="1" fill="hold">
                                          <p:stCondLst>
                                            <p:cond delay="0"/>
                                          </p:stCondLst>
                                        </p:cTn>
                                        <p:tgtEl>
                                          <p:spTgt spid="149512"/>
                                        </p:tgtEl>
                                        <p:attrNameLst>
                                          <p:attrName>style.visibility</p:attrName>
                                        </p:attrNameLst>
                                      </p:cBhvr>
                                      <p:to>
                                        <p:strVal val="visible"/>
                                      </p:to>
                                    </p:set>
                                    <p:animEffect transition="in" filter="blinds(horizontal)">
                                      <p:cBhvr>
                                        <p:cTn id="24" dur="500"/>
                                        <p:tgtEl>
                                          <p:spTgt spid="149512"/>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49513"/>
                                        </p:tgtEl>
                                        <p:attrNameLst>
                                          <p:attrName>style.visibility</p:attrName>
                                        </p:attrNameLst>
                                      </p:cBhvr>
                                      <p:to>
                                        <p:strVal val="visible"/>
                                      </p:to>
                                    </p:set>
                                    <p:animEffect transition="in" filter="blinds(horizontal)">
                                      <p:cBhvr>
                                        <p:cTn id="27" dur="500"/>
                                        <p:tgtEl>
                                          <p:spTgt spid="1495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linds(horizontal)">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animBg="1"/>
      <p:bldP spid="149508" grpId="0"/>
      <p:bldP spid="149509" grpId="0" animBg="1"/>
      <p:bldP spid="149510" grpId="0"/>
      <p:bldP spid="149511" grpId="0" animBg="1"/>
      <p:bldP spid="149512" grpId="0" animBg="1"/>
      <p:bldP spid="149513" grpId="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页脚占位符 4"/>
          <p:cNvSpPr>
            <a:spLocks noGrp="1"/>
          </p:cNvSpPr>
          <p:nvPr>
            <p:ph type="ftr" sz="quarter" idx="11"/>
          </p:nvPr>
        </p:nvSpPr>
        <p:spPr/>
        <p:txBody>
          <a:bodyPr/>
          <a:lstStyle/>
          <a:p>
            <a:r>
              <a:rPr lang="en-US" altLang="zh-CN"/>
              <a:t>SIE. BIT</a:t>
            </a:r>
          </a:p>
        </p:txBody>
      </p:sp>
      <p:sp>
        <p:nvSpPr>
          <p:cNvPr id="154626" name="Rectangle 2"/>
          <p:cNvSpPr>
            <a:spLocks noGrp="1" noChangeArrowheads="1"/>
          </p:cNvSpPr>
          <p:nvPr>
            <p:ph type="title"/>
          </p:nvPr>
        </p:nvSpPr>
        <p:spPr/>
        <p:txBody>
          <a:bodyPr/>
          <a:lstStyle/>
          <a:p>
            <a:r>
              <a:rPr lang="zh-CN" altLang="en-US" sz="3600" dirty="0" smtClean="0">
                <a:ea typeface="宋体" pitchFamily="2" charset="-122"/>
              </a:rPr>
              <a:t>定位错误</a:t>
            </a:r>
            <a:endParaRPr lang="zh-CN" altLang="en-US" sz="2000" dirty="0">
              <a:ea typeface="宋体" pitchFamily="2" charset="-122"/>
            </a:endParaRPr>
          </a:p>
        </p:txBody>
      </p:sp>
      <p:sp>
        <p:nvSpPr>
          <p:cNvPr id="154627" name="AutoShape 3"/>
          <p:cNvSpPr>
            <a:spLocks noChangeArrowheads="1"/>
          </p:cNvSpPr>
          <p:nvPr/>
        </p:nvSpPr>
        <p:spPr bwMode="ltGray">
          <a:xfrm>
            <a:off x="381000" y="1600200"/>
            <a:ext cx="5880100" cy="4495800"/>
          </a:xfrm>
          <a:prstGeom prst="rightArrow">
            <a:avLst>
              <a:gd name="adj1" fmla="val 79306"/>
              <a:gd name="adj2" fmla="val 32395"/>
            </a:avLst>
          </a:prstGeom>
          <a:gradFill rotWithShape="1">
            <a:gsLst>
              <a:gs pos="0">
                <a:schemeClr val="accent1">
                  <a:gamma/>
                  <a:tint val="0"/>
                  <a:invGamma/>
                  <a:alpha val="24001"/>
                </a:schemeClr>
              </a:gs>
              <a:gs pos="100000">
                <a:schemeClr val="accent1"/>
              </a:gs>
            </a:gsLst>
            <a:lin ang="0" scaled="1"/>
          </a:gradFill>
          <a:ln w="9525">
            <a:noFill/>
            <a:miter lim="800000"/>
            <a:headEnd/>
            <a:tailEnd/>
          </a:ln>
          <a:effectLst/>
        </p:spPr>
        <p:txBody>
          <a:bodyPr wrap="none" anchor="ctr"/>
          <a:lstStyle/>
          <a:p>
            <a:endParaRPr lang="zh-CN" altLang="en-US"/>
          </a:p>
        </p:txBody>
      </p:sp>
      <p:sp>
        <p:nvSpPr>
          <p:cNvPr id="154628" name="AutoShape 4"/>
          <p:cNvSpPr>
            <a:spLocks noChangeArrowheads="1"/>
          </p:cNvSpPr>
          <p:nvPr/>
        </p:nvSpPr>
        <p:spPr bwMode="gray">
          <a:xfrm>
            <a:off x="762000" y="2209800"/>
            <a:ext cx="4038600" cy="990600"/>
          </a:xfrm>
          <a:prstGeom prst="roundRect">
            <a:avLst>
              <a:gd name="adj" fmla="val 9106"/>
            </a:avLst>
          </a:prstGeom>
          <a:gradFill rotWithShape="1">
            <a:gsLst>
              <a:gs pos="0">
                <a:schemeClr val="accent2"/>
              </a:gs>
              <a:gs pos="100000">
                <a:schemeClr val="accent2">
                  <a:gamma/>
                  <a:tint val="69804"/>
                  <a:invGamma/>
                </a:schemeClr>
              </a:gs>
            </a:gsLst>
            <a:lin ang="5400000" scaled="1"/>
          </a:gradFill>
          <a:ln w="25400">
            <a:solidFill>
              <a:schemeClr val="bg1"/>
            </a:solidFill>
            <a:round/>
            <a:headEnd/>
            <a:tailEnd/>
          </a:ln>
          <a:effectLst/>
        </p:spPr>
        <p:txBody>
          <a:bodyPr wrap="none" anchor="ctr"/>
          <a:lstStyle/>
          <a:p>
            <a:pPr algn="ctr" eaLnBrk="0" fontAlgn="base" hangingPunct="0"/>
            <a:r>
              <a:rPr lang="zh-CN" altLang="en-US" b="1" dirty="0" smtClean="0">
                <a:solidFill>
                  <a:schemeClr val="bg1"/>
                </a:solidFill>
                <a:latin typeface="MS Mincho" pitchFamily="49" charset="-128"/>
                <a:ea typeface="宋体" pitchFamily="2" charset="-122"/>
              </a:rPr>
              <a:t>阅读代码</a:t>
            </a:r>
            <a:endParaRPr lang="en-US" altLang="zh-CN" b="1" dirty="0">
              <a:solidFill>
                <a:schemeClr val="bg1"/>
              </a:solidFill>
              <a:latin typeface="MS Mincho" pitchFamily="49" charset="-128"/>
              <a:ea typeface="宋体" pitchFamily="2" charset="-122"/>
            </a:endParaRPr>
          </a:p>
        </p:txBody>
      </p:sp>
      <p:sp>
        <p:nvSpPr>
          <p:cNvPr id="154629" name="AutoShape 5"/>
          <p:cNvSpPr>
            <a:spLocks noChangeArrowheads="1"/>
          </p:cNvSpPr>
          <p:nvPr/>
        </p:nvSpPr>
        <p:spPr bwMode="gray">
          <a:xfrm>
            <a:off x="762000" y="3352800"/>
            <a:ext cx="4038600" cy="990600"/>
          </a:xfrm>
          <a:prstGeom prst="roundRect">
            <a:avLst>
              <a:gd name="adj" fmla="val 9106"/>
            </a:avLst>
          </a:prstGeom>
          <a:gradFill rotWithShape="1">
            <a:gsLst>
              <a:gs pos="0">
                <a:srgbClr val="699D5F"/>
              </a:gs>
              <a:gs pos="100000">
                <a:srgbClr val="699D5F">
                  <a:gamma/>
                  <a:tint val="69804"/>
                  <a:invGamma/>
                </a:srgbClr>
              </a:gs>
            </a:gsLst>
            <a:lin ang="5400000" scaled="1"/>
          </a:gradFill>
          <a:ln w="25400">
            <a:solidFill>
              <a:schemeClr val="bg1"/>
            </a:solidFill>
            <a:round/>
            <a:headEnd/>
            <a:tailEnd/>
          </a:ln>
          <a:effectLst/>
        </p:spPr>
        <p:txBody>
          <a:bodyPr wrap="none" anchor="ctr"/>
          <a:lstStyle/>
          <a:p>
            <a:pPr algn="ctr" eaLnBrk="0" fontAlgn="base" hangingPunct="0"/>
            <a:r>
              <a:rPr lang="zh-CN" altLang="en-US" b="1" dirty="0" smtClean="0">
                <a:solidFill>
                  <a:schemeClr val="bg1"/>
                </a:solidFill>
                <a:latin typeface="MS Mincho" pitchFamily="49" charset="-128"/>
                <a:ea typeface="宋体" pitchFamily="2" charset="-122"/>
              </a:rPr>
              <a:t>加入调试语句</a:t>
            </a:r>
            <a:endParaRPr lang="en-US" altLang="zh-CN" b="1" dirty="0">
              <a:solidFill>
                <a:schemeClr val="bg1"/>
              </a:solidFill>
              <a:latin typeface="MS Mincho" pitchFamily="49" charset="-128"/>
              <a:ea typeface="宋体" pitchFamily="2" charset="-122"/>
            </a:endParaRPr>
          </a:p>
        </p:txBody>
      </p:sp>
      <p:sp>
        <p:nvSpPr>
          <p:cNvPr id="154630" name="AutoShape 6"/>
          <p:cNvSpPr>
            <a:spLocks noChangeArrowheads="1"/>
          </p:cNvSpPr>
          <p:nvPr/>
        </p:nvSpPr>
        <p:spPr bwMode="gray">
          <a:xfrm>
            <a:off x="762000" y="4495800"/>
            <a:ext cx="4038600" cy="990600"/>
          </a:xfrm>
          <a:prstGeom prst="roundRect">
            <a:avLst>
              <a:gd name="adj" fmla="val 9106"/>
            </a:avLst>
          </a:prstGeom>
          <a:gradFill rotWithShape="1">
            <a:gsLst>
              <a:gs pos="0">
                <a:schemeClr val="hlink"/>
              </a:gs>
              <a:gs pos="100000">
                <a:schemeClr val="hlink">
                  <a:gamma/>
                  <a:tint val="69804"/>
                  <a:invGamma/>
                </a:schemeClr>
              </a:gs>
            </a:gsLst>
            <a:lin ang="5400000" scaled="1"/>
          </a:gradFill>
          <a:ln w="25400">
            <a:solidFill>
              <a:schemeClr val="bg1"/>
            </a:solidFill>
            <a:round/>
            <a:headEnd/>
            <a:tailEnd/>
          </a:ln>
          <a:effectLst/>
        </p:spPr>
        <p:txBody>
          <a:bodyPr wrap="none" anchor="ctr"/>
          <a:lstStyle/>
          <a:p>
            <a:pPr algn="ctr" eaLnBrk="0" fontAlgn="base" hangingPunct="0"/>
            <a:r>
              <a:rPr lang="zh-CN" altLang="en-US" b="1" dirty="0" smtClean="0">
                <a:solidFill>
                  <a:schemeClr val="bg1"/>
                </a:solidFill>
                <a:latin typeface="MS Mincho" pitchFamily="49" charset="-128"/>
                <a:ea typeface="宋体" pitchFamily="2" charset="-122"/>
              </a:rPr>
              <a:t>利用调试工具</a:t>
            </a:r>
            <a:endParaRPr lang="zh-CN" altLang="en-US" b="1" dirty="0">
              <a:solidFill>
                <a:schemeClr val="bg1"/>
              </a:solidFill>
              <a:latin typeface="MS Mincho" pitchFamily="49" charset="-128"/>
              <a:ea typeface="宋体" pitchFamily="2" charset="-122"/>
            </a:endParaRPr>
          </a:p>
          <a:p>
            <a:pPr algn="ctr" eaLnBrk="0" fontAlgn="base" hangingPunct="0"/>
            <a:endParaRPr lang="zh-CN" altLang="en-US" b="1" dirty="0">
              <a:solidFill>
                <a:schemeClr val="bg1"/>
              </a:solidFill>
              <a:latin typeface="MS Mincho" pitchFamily="49" charset="-128"/>
              <a:ea typeface="宋体" pitchFamily="2" charset="-122"/>
            </a:endParaRPr>
          </a:p>
        </p:txBody>
      </p:sp>
      <p:sp>
        <p:nvSpPr>
          <p:cNvPr id="154631" name="AutoShape 7"/>
          <p:cNvSpPr>
            <a:spLocks noChangeArrowheads="1"/>
          </p:cNvSpPr>
          <p:nvPr/>
        </p:nvSpPr>
        <p:spPr bwMode="auto">
          <a:xfrm>
            <a:off x="6108700" y="2438400"/>
            <a:ext cx="2806700" cy="2743200"/>
          </a:xfrm>
          <a:prstGeom prst="roundRect">
            <a:avLst>
              <a:gd name="adj" fmla="val 9106"/>
            </a:avLst>
          </a:prstGeom>
          <a:noFill/>
          <a:ln w="25400">
            <a:noFill/>
            <a:round/>
            <a:headEnd/>
            <a:tailEnd/>
          </a:ln>
          <a:effectLst/>
        </p:spPr>
        <p:txBody>
          <a:bodyPr anchor="ctr"/>
          <a:lstStyle/>
          <a:p>
            <a:pPr fontAlgn="base"/>
            <a:r>
              <a:rPr lang="zh-CN" altLang="en-US" b="1" dirty="0" smtClean="0">
                <a:latin typeface="MS Mincho" pitchFamily="49" charset="-128"/>
                <a:ea typeface="宋体" pitchFamily="2" charset="-122"/>
              </a:rPr>
              <a:t>经验：类似问题可能有类似原因。</a:t>
            </a:r>
            <a:endParaRPr lang="zh-CN" altLang="en-US" b="1" dirty="0">
              <a:latin typeface="MS Mincho" pitchFamily="49" charset="-128"/>
              <a:ea typeface="宋体" pitchFamily="2" charset="-122"/>
            </a:endParaRPr>
          </a:p>
        </p:txBody>
      </p:sp>
      <p:sp>
        <p:nvSpPr>
          <p:cNvPr id="154632" name="Text Box 8"/>
          <p:cNvSpPr txBox="1">
            <a:spLocks noChangeArrowheads="1"/>
          </p:cNvSpPr>
          <p:nvPr/>
        </p:nvSpPr>
        <p:spPr bwMode="auto">
          <a:xfrm>
            <a:off x="304800" y="1295400"/>
            <a:ext cx="2133600" cy="457200"/>
          </a:xfrm>
          <a:prstGeom prst="rect">
            <a:avLst/>
          </a:prstGeom>
          <a:noFill/>
          <a:ln w="9525" algn="ctr">
            <a:noFill/>
            <a:miter lim="800000"/>
            <a:headEnd/>
            <a:tailEnd/>
          </a:ln>
          <a:effectLst/>
        </p:spPr>
        <p:txBody>
          <a:bodyPr>
            <a:spAutoFit/>
          </a:bodyPr>
          <a:lstStyle/>
          <a:p>
            <a:pPr fontAlgn="base">
              <a:spcBef>
                <a:spcPct val="50000"/>
              </a:spcBef>
            </a:pPr>
            <a:r>
              <a:rPr lang="zh-CN" altLang="en-US" sz="2400" dirty="0" smtClean="0">
                <a:latin typeface="MS Mincho" pitchFamily="49" charset="-128"/>
                <a:ea typeface="宋体" pitchFamily="2" charset="-122"/>
              </a:rPr>
              <a:t>入门方法</a:t>
            </a:r>
            <a:endParaRPr lang="zh-CN" altLang="en-US" sz="2400" dirty="0">
              <a:latin typeface="MS Mincho" pitchFamily="49" charset="-128"/>
              <a:ea typeface="宋体" pitchFamily="2" charset="-122"/>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定位错误</a:t>
            </a:r>
            <a:endParaRPr lang="zh-CN" altLang="en-US" dirty="0"/>
          </a:p>
        </p:txBody>
      </p:sp>
      <p:sp>
        <p:nvSpPr>
          <p:cNvPr id="3" name="内容占位符 2"/>
          <p:cNvSpPr>
            <a:spLocks noGrp="1"/>
          </p:cNvSpPr>
          <p:nvPr>
            <p:ph idx="1"/>
          </p:nvPr>
        </p:nvSpPr>
        <p:spPr/>
        <p:txBody>
          <a:bodyPr/>
          <a:lstStyle/>
          <a:p>
            <a:r>
              <a:rPr lang="zh-CN" altLang="en-US" dirty="0" smtClean="0"/>
              <a:t>加入调试语句</a:t>
            </a:r>
            <a:endParaRPr lang="en-US" altLang="zh-CN" dirty="0" smtClean="0"/>
          </a:p>
          <a:p>
            <a:pPr lvl="1"/>
            <a:r>
              <a:rPr lang="zh-CN" altLang="en-US" dirty="0">
                <a:solidFill>
                  <a:schemeClr val="tx1"/>
                </a:solidFill>
                <a:latin typeface="+mn-lt"/>
              </a:rPr>
              <a:t>打印</a:t>
            </a:r>
            <a:r>
              <a:rPr lang="zh-CN" altLang="en-US" dirty="0" smtClean="0">
                <a:solidFill>
                  <a:schemeClr val="tx1"/>
                </a:solidFill>
                <a:latin typeface="+mn-lt"/>
              </a:rPr>
              <a:t>语句</a:t>
            </a:r>
            <a:endParaRPr lang="en-US" altLang="zh-CN" dirty="0" smtClean="0">
              <a:solidFill>
                <a:schemeClr val="tx1"/>
              </a:solidFill>
              <a:latin typeface="+mn-lt"/>
            </a:endParaRPr>
          </a:p>
          <a:p>
            <a:pPr lvl="2"/>
            <a:r>
              <a:rPr lang="zh-CN" altLang="en-US" dirty="0">
                <a:solidFill>
                  <a:schemeClr val="tx1"/>
                </a:solidFill>
                <a:latin typeface="+mn-lt"/>
              </a:rPr>
              <a:t>打印语句插在出错的源程序的各个关键变量改变</a:t>
            </a:r>
            <a:r>
              <a:rPr lang="zh-CN" altLang="en-US" dirty="0" smtClean="0">
                <a:solidFill>
                  <a:schemeClr val="tx1"/>
                </a:solidFill>
                <a:latin typeface="+mn-lt"/>
              </a:rPr>
              <a:t>部位</a:t>
            </a:r>
            <a:endParaRPr lang="en-US" altLang="zh-CN" dirty="0" smtClean="0">
              <a:solidFill>
                <a:schemeClr val="tx1"/>
              </a:solidFill>
              <a:latin typeface="+mn-lt"/>
            </a:endParaRPr>
          </a:p>
          <a:p>
            <a:pPr lvl="2"/>
            <a:r>
              <a:rPr lang="zh-CN" altLang="en-US" dirty="0" smtClean="0">
                <a:solidFill>
                  <a:schemeClr val="tx1"/>
                </a:solidFill>
                <a:latin typeface="+mn-lt"/>
              </a:rPr>
              <a:t>重要</a:t>
            </a:r>
            <a:r>
              <a:rPr lang="zh-CN" altLang="en-US" dirty="0">
                <a:solidFill>
                  <a:schemeClr val="tx1"/>
                </a:solidFill>
                <a:latin typeface="+mn-lt"/>
              </a:rPr>
              <a:t>分支</a:t>
            </a:r>
            <a:r>
              <a:rPr lang="zh-CN" altLang="en-US" dirty="0" smtClean="0">
                <a:solidFill>
                  <a:schemeClr val="tx1"/>
                </a:solidFill>
                <a:latin typeface="+mn-lt"/>
              </a:rPr>
              <a:t>部位</a:t>
            </a:r>
            <a:endParaRPr lang="en-US" altLang="zh-CN" dirty="0" smtClean="0">
              <a:solidFill>
                <a:schemeClr val="tx1"/>
              </a:solidFill>
              <a:latin typeface="+mn-lt"/>
            </a:endParaRPr>
          </a:p>
          <a:p>
            <a:pPr lvl="2"/>
            <a:r>
              <a:rPr lang="zh-CN" altLang="en-US" dirty="0" smtClean="0">
                <a:solidFill>
                  <a:schemeClr val="tx1"/>
                </a:solidFill>
                <a:latin typeface="+mn-lt"/>
              </a:rPr>
              <a:t>程序</a:t>
            </a:r>
            <a:r>
              <a:rPr lang="zh-CN" altLang="en-US" dirty="0">
                <a:solidFill>
                  <a:schemeClr val="tx1"/>
                </a:solidFill>
                <a:latin typeface="+mn-lt"/>
              </a:rPr>
              <a:t>调用</a:t>
            </a:r>
            <a:r>
              <a:rPr lang="zh-CN" altLang="en-US" dirty="0" smtClean="0">
                <a:solidFill>
                  <a:schemeClr val="tx1"/>
                </a:solidFill>
                <a:latin typeface="+mn-lt"/>
              </a:rPr>
              <a:t>部位</a:t>
            </a:r>
            <a:endParaRPr lang="en-US" altLang="zh-CN" dirty="0" smtClean="0">
              <a:solidFill>
                <a:schemeClr val="tx1"/>
              </a:solidFill>
              <a:latin typeface="+mn-lt"/>
            </a:endParaRPr>
          </a:p>
          <a:p>
            <a:pPr lvl="2"/>
            <a:r>
              <a:rPr lang="zh-CN" altLang="en-US" dirty="0" smtClean="0">
                <a:solidFill>
                  <a:schemeClr val="tx1"/>
                </a:solidFill>
                <a:latin typeface="+mn-lt"/>
              </a:rPr>
              <a:t>跟踪</a:t>
            </a:r>
            <a:r>
              <a:rPr lang="zh-CN" altLang="en-US" dirty="0">
                <a:solidFill>
                  <a:schemeClr val="tx1"/>
                </a:solidFill>
                <a:latin typeface="+mn-lt"/>
              </a:rPr>
              <a:t>程序的执行，监视重要变量的</a:t>
            </a:r>
            <a:r>
              <a:rPr lang="zh-CN" altLang="en-US" dirty="0" smtClean="0">
                <a:solidFill>
                  <a:schemeClr val="tx1"/>
                </a:solidFill>
                <a:latin typeface="+mn-lt"/>
              </a:rPr>
              <a:t>变化</a:t>
            </a:r>
            <a:endParaRPr lang="en-US" altLang="zh-CN" dirty="0" smtClean="0">
              <a:solidFill>
                <a:schemeClr val="tx1"/>
              </a:solidFill>
              <a:latin typeface="+mn-lt"/>
            </a:endParaRPr>
          </a:p>
          <a:p>
            <a:pPr lvl="2"/>
            <a:r>
              <a:rPr lang="zh-CN" altLang="en-US" dirty="0" smtClean="0"/>
              <a:t>可用开关值启动或关闭调试打印或调试语句。</a:t>
            </a:r>
            <a:endParaRPr lang="en-US" altLang="zh-CN" dirty="0" smtClean="0">
              <a:solidFill>
                <a:schemeClr val="tx1"/>
              </a:solidFill>
              <a:latin typeface="+mn-lt"/>
            </a:endParaRPr>
          </a:p>
          <a:p>
            <a:pPr lvl="1"/>
            <a:r>
              <a:rPr lang="zh-CN" altLang="en-US" dirty="0" smtClean="0"/>
              <a:t>使用断言机制</a:t>
            </a:r>
            <a:r>
              <a:rPr lang="en-US" altLang="zh-CN" dirty="0" smtClean="0"/>
              <a:t>(assert)</a:t>
            </a:r>
          </a:p>
          <a:p>
            <a:pPr lvl="1"/>
            <a:endParaRPr lang="zh-CN" altLang="en-US" dirty="0"/>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定位错误</a:t>
            </a:r>
            <a:endParaRPr lang="zh-CN" altLang="en-US" dirty="0"/>
          </a:p>
        </p:txBody>
      </p:sp>
      <p:sp>
        <p:nvSpPr>
          <p:cNvPr id="3" name="内容占位符 2"/>
          <p:cNvSpPr>
            <a:spLocks noGrp="1"/>
          </p:cNvSpPr>
          <p:nvPr>
            <p:ph idx="1"/>
          </p:nvPr>
        </p:nvSpPr>
        <p:spPr/>
        <p:txBody>
          <a:bodyPr/>
          <a:lstStyle/>
          <a:p>
            <a:r>
              <a:rPr lang="zh-CN" altLang="zh-CN" dirty="0">
                <a:solidFill>
                  <a:schemeClr val="tx1"/>
                </a:solidFill>
                <a:latin typeface="+mn-lt"/>
                <a:ea typeface="+mn-ea"/>
                <a:cs typeface="+mn-cs"/>
              </a:rPr>
              <a:t>要使用</a:t>
            </a:r>
            <a:r>
              <a:rPr lang="en-US" altLang="zh-CN" i="1" dirty="0">
                <a:solidFill>
                  <a:schemeClr val="tx1"/>
                </a:solidFill>
                <a:latin typeface="+mn-lt"/>
                <a:ea typeface="+mn-ea"/>
                <a:cs typeface="+mn-cs"/>
              </a:rPr>
              <a:t>assert</a:t>
            </a:r>
            <a:r>
              <a:rPr lang="zh-CN" altLang="zh-CN" dirty="0">
                <a:solidFill>
                  <a:schemeClr val="tx1"/>
                </a:solidFill>
                <a:latin typeface="+mn-lt"/>
                <a:ea typeface="+mn-ea"/>
                <a:cs typeface="+mn-cs"/>
              </a:rPr>
              <a:t>函数，需要包含头文件</a:t>
            </a:r>
            <a:r>
              <a:rPr lang="en-US" altLang="zh-CN" i="1" dirty="0" err="1">
                <a:solidFill>
                  <a:schemeClr val="tx1"/>
                </a:solidFill>
                <a:latin typeface="+mn-lt"/>
                <a:ea typeface="+mn-ea"/>
                <a:cs typeface="+mn-cs"/>
              </a:rPr>
              <a:t>assert.h</a:t>
            </a:r>
            <a:r>
              <a:rPr lang="zh-CN" altLang="zh-CN" dirty="0">
                <a:solidFill>
                  <a:schemeClr val="tx1"/>
                </a:solidFill>
                <a:latin typeface="+mn-lt"/>
                <a:ea typeface="+mn-ea"/>
                <a:cs typeface="+mn-cs"/>
              </a:rPr>
              <a:t>。断言是一个很好的调试工具，尤其对于大型程序，可以帮助编程者快速定位异常情况</a:t>
            </a:r>
            <a:r>
              <a:rPr lang="zh-CN" altLang="zh-CN" dirty="0" smtClean="0">
                <a:solidFill>
                  <a:schemeClr val="tx1"/>
                </a:solidFill>
                <a:latin typeface="+mn-lt"/>
                <a:ea typeface="+mn-ea"/>
                <a:cs typeface="+mn-cs"/>
              </a:rPr>
              <a:t>。</a:t>
            </a:r>
            <a:endParaRPr lang="en-US" altLang="zh-CN" dirty="0" smtClean="0">
              <a:solidFill>
                <a:schemeClr val="tx1"/>
              </a:solidFill>
              <a:latin typeface="+mn-lt"/>
              <a:ea typeface="+mn-ea"/>
              <a:cs typeface="+mn-cs"/>
            </a:endParaRPr>
          </a:p>
          <a:p>
            <a:endParaRPr lang="en-US" altLang="zh-CN" dirty="0" smtClean="0">
              <a:solidFill>
                <a:schemeClr val="tx1"/>
              </a:solidFill>
              <a:latin typeface="+mn-lt"/>
              <a:ea typeface="+mn-ea"/>
              <a:cs typeface="+mn-cs"/>
            </a:endParaRPr>
          </a:p>
          <a:p>
            <a:r>
              <a:rPr lang="zh-CN" altLang="zh-CN" dirty="0" smtClean="0">
                <a:solidFill>
                  <a:schemeClr val="tx1"/>
                </a:solidFill>
                <a:latin typeface="+mn-lt"/>
                <a:ea typeface="+mn-ea"/>
                <a:cs typeface="+mn-cs"/>
              </a:rPr>
              <a:t>需要</a:t>
            </a:r>
            <a:r>
              <a:rPr lang="zh-CN" altLang="zh-CN" dirty="0">
                <a:solidFill>
                  <a:schemeClr val="tx1"/>
                </a:solidFill>
                <a:latin typeface="+mn-lt"/>
                <a:ea typeface="+mn-ea"/>
                <a:cs typeface="+mn-cs"/>
              </a:rPr>
              <a:t>注意的是，</a:t>
            </a:r>
            <a:r>
              <a:rPr lang="en-US" altLang="zh-CN" dirty="0">
                <a:solidFill>
                  <a:schemeClr val="tx1"/>
                </a:solidFill>
                <a:latin typeface="+mn-lt"/>
                <a:ea typeface="+mn-ea"/>
                <a:cs typeface="+mn-cs"/>
              </a:rPr>
              <a:t>assert</a:t>
            </a:r>
            <a:r>
              <a:rPr lang="zh-CN" altLang="zh-CN" dirty="0">
                <a:solidFill>
                  <a:schemeClr val="tx1"/>
                </a:solidFill>
                <a:latin typeface="+mn-lt"/>
                <a:ea typeface="+mn-ea"/>
                <a:cs typeface="+mn-cs"/>
              </a:rPr>
              <a:t>只在编译器的调试</a:t>
            </a:r>
            <a:r>
              <a:rPr lang="en-US" altLang="zh-CN" dirty="0">
                <a:solidFill>
                  <a:schemeClr val="tx1"/>
                </a:solidFill>
                <a:latin typeface="+mn-lt"/>
                <a:ea typeface="+mn-ea"/>
                <a:cs typeface="+mn-cs"/>
              </a:rPr>
              <a:t>(debug)</a:t>
            </a:r>
            <a:r>
              <a:rPr lang="zh-CN" altLang="zh-CN" dirty="0">
                <a:solidFill>
                  <a:schemeClr val="tx1"/>
                </a:solidFill>
                <a:latin typeface="+mn-lt"/>
                <a:ea typeface="+mn-ea"/>
                <a:cs typeface="+mn-cs"/>
              </a:rPr>
              <a:t>版中起作用，在正式</a:t>
            </a:r>
            <a:r>
              <a:rPr lang="en-US" altLang="zh-CN" dirty="0">
                <a:solidFill>
                  <a:schemeClr val="tx1"/>
                </a:solidFill>
                <a:latin typeface="+mn-lt"/>
                <a:ea typeface="+mn-ea"/>
                <a:cs typeface="+mn-cs"/>
              </a:rPr>
              <a:t>(release)</a:t>
            </a:r>
            <a:r>
              <a:rPr lang="zh-CN" altLang="zh-CN" dirty="0">
                <a:solidFill>
                  <a:schemeClr val="tx1"/>
                </a:solidFill>
                <a:latin typeface="+mn-lt"/>
                <a:ea typeface="+mn-ea"/>
                <a:cs typeface="+mn-cs"/>
              </a:rPr>
              <a:t>版中，该宏不起作用</a:t>
            </a:r>
            <a:r>
              <a:rPr lang="zh-CN" altLang="zh-CN" dirty="0" smtClean="0">
                <a:solidFill>
                  <a:schemeClr val="tx1"/>
                </a:solidFill>
                <a:latin typeface="+mn-lt"/>
                <a:ea typeface="+mn-ea"/>
                <a:cs typeface="+mn-cs"/>
              </a:rPr>
              <a:t>，</a:t>
            </a:r>
            <a:endParaRPr lang="en-US" altLang="zh-CN" dirty="0" smtClean="0">
              <a:solidFill>
                <a:schemeClr val="tx1"/>
              </a:solidFill>
              <a:latin typeface="+mn-lt"/>
              <a:ea typeface="+mn-ea"/>
              <a:cs typeface="+mn-cs"/>
            </a:endParaRPr>
          </a:p>
          <a:p>
            <a:pPr lvl="1"/>
            <a:r>
              <a:rPr lang="zh-CN" altLang="zh-CN" dirty="0" smtClean="0">
                <a:solidFill>
                  <a:schemeClr val="tx1"/>
                </a:solidFill>
                <a:latin typeface="+mn-lt"/>
                <a:ea typeface="+mn-ea"/>
                <a:cs typeface="+mn-cs"/>
              </a:rPr>
              <a:t>不</a:t>
            </a:r>
            <a:r>
              <a:rPr lang="zh-CN" altLang="zh-CN" dirty="0">
                <a:solidFill>
                  <a:schemeClr val="tx1"/>
                </a:solidFill>
                <a:latin typeface="+mn-lt"/>
                <a:ea typeface="+mn-ea"/>
                <a:cs typeface="+mn-cs"/>
              </a:rPr>
              <a:t>可以将它当做常规的异常处理</a:t>
            </a:r>
            <a:r>
              <a:rPr lang="zh-CN" altLang="zh-CN" dirty="0" smtClean="0">
                <a:solidFill>
                  <a:schemeClr val="tx1"/>
                </a:solidFill>
                <a:latin typeface="+mn-lt"/>
                <a:ea typeface="+mn-ea"/>
                <a:cs typeface="+mn-cs"/>
              </a:rPr>
              <a:t>手段</a:t>
            </a:r>
            <a:endParaRPr lang="en-US" altLang="zh-CN" dirty="0" smtClean="0">
              <a:solidFill>
                <a:schemeClr val="tx1"/>
              </a:solidFill>
              <a:latin typeface="+mn-lt"/>
              <a:ea typeface="+mn-ea"/>
              <a:cs typeface="+mn-cs"/>
            </a:endParaRPr>
          </a:p>
          <a:p>
            <a:pPr lvl="1"/>
            <a:r>
              <a:rPr lang="zh-CN" altLang="zh-CN" dirty="0" smtClean="0">
                <a:solidFill>
                  <a:schemeClr val="tx1"/>
                </a:solidFill>
                <a:latin typeface="+mn-lt"/>
                <a:ea typeface="+mn-ea"/>
                <a:cs typeface="+mn-cs"/>
              </a:rPr>
              <a:t>不</a:t>
            </a:r>
            <a:r>
              <a:rPr lang="zh-CN" altLang="zh-CN" dirty="0">
                <a:solidFill>
                  <a:schemeClr val="tx1"/>
                </a:solidFill>
                <a:latin typeface="+mn-lt"/>
                <a:ea typeface="+mn-ea"/>
                <a:cs typeface="+mn-cs"/>
              </a:rPr>
              <a:t>可以在参数中有程序的必要执行语句</a:t>
            </a:r>
            <a:r>
              <a:rPr lang="zh-CN" altLang="zh-CN" dirty="0" smtClean="0">
                <a:solidFill>
                  <a:schemeClr val="tx1"/>
                </a:solidFill>
                <a:latin typeface="+mn-lt"/>
                <a:ea typeface="+mn-ea"/>
                <a:cs typeface="+mn-cs"/>
              </a:rPr>
              <a:t>。</a:t>
            </a:r>
            <a:endParaRPr lang="en-US" altLang="zh-CN" dirty="0" smtClean="0">
              <a:solidFill>
                <a:schemeClr val="tx1"/>
              </a:solidFill>
              <a:latin typeface="+mn-lt"/>
              <a:ea typeface="+mn-ea"/>
              <a:cs typeface="+mn-cs"/>
            </a:endParaRPr>
          </a:p>
          <a:p>
            <a:endParaRPr lang="zh-CN" altLang="en-US" dirty="0"/>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定位错误</a:t>
            </a:r>
            <a:endParaRPr lang="zh-CN" altLang="en-US" dirty="0"/>
          </a:p>
        </p:txBody>
      </p:sp>
      <p:sp>
        <p:nvSpPr>
          <p:cNvPr id="3" name="内容占位符 2"/>
          <p:cNvSpPr>
            <a:spLocks noGrp="1"/>
          </p:cNvSpPr>
          <p:nvPr>
            <p:ph idx="1"/>
          </p:nvPr>
        </p:nvSpPr>
        <p:spPr>
          <a:xfrm>
            <a:off x="685800" y="1676400"/>
            <a:ext cx="7848600" cy="2667000"/>
          </a:xfrm>
        </p:spPr>
        <p:txBody>
          <a:bodyPr/>
          <a:lstStyle/>
          <a:p>
            <a:r>
              <a:rPr lang="en-US" altLang="zh-CN" sz="2000" dirty="0">
                <a:solidFill>
                  <a:schemeClr val="tx1"/>
                </a:solidFill>
                <a:latin typeface="+mn-lt"/>
                <a:ea typeface="+mn-ea"/>
                <a:cs typeface="+mn-cs"/>
              </a:rPr>
              <a:t>elements=new type[</a:t>
            </a:r>
            <a:r>
              <a:rPr lang="en-US" altLang="zh-CN" sz="2000" dirty="0" err="1">
                <a:solidFill>
                  <a:schemeClr val="tx1"/>
                </a:solidFill>
                <a:latin typeface="+mn-lt"/>
                <a:ea typeface="+mn-ea"/>
                <a:cs typeface="+mn-cs"/>
              </a:rPr>
              <a:t>maxsize</a:t>
            </a:r>
            <a:r>
              <a:rPr lang="en-US" altLang="zh-CN" sz="2000" dirty="0">
                <a:solidFill>
                  <a:schemeClr val="tx1"/>
                </a:solidFill>
                <a:latin typeface="+mn-lt"/>
                <a:ea typeface="+mn-ea"/>
                <a:cs typeface="+mn-cs"/>
              </a:rPr>
              <a:t>];	</a:t>
            </a:r>
            <a:r>
              <a:rPr lang="en-US" altLang="zh-CN" sz="2000" dirty="0" smtClean="0">
                <a:solidFill>
                  <a:schemeClr val="tx1"/>
                </a:solidFill>
                <a:latin typeface="+mn-lt"/>
                <a:ea typeface="+mn-ea"/>
                <a:cs typeface="+mn-cs"/>
              </a:rPr>
              <a:t>//</a:t>
            </a:r>
            <a:r>
              <a:rPr lang="zh-CN" altLang="zh-CN" sz="2000" dirty="0" smtClean="0">
                <a:solidFill>
                  <a:schemeClr val="tx1"/>
                </a:solidFill>
                <a:latin typeface="+mn-lt"/>
                <a:ea typeface="+mn-ea"/>
                <a:cs typeface="+mn-cs"/>
              </a:rPr>
              <a:t>为分配</a:t>
            </a:r>
            <a:r>
              <a:rPr lang="zh-CN" altLang="zh-CN" sz="2000" dirty="0">
                <a:solidFill>
                  <a:schemeClr val="tx1"/>
                </a:solidFill>
                <a:latin typeface="+mn-lt"/>
                <a:ea typeface="+mn-ea"/>
                <a:cs typeface="+mn-cs"/>
              </a:rPr>
              <a:t>内存空间</a:t>
            </a:r>
          </a:p>
          <a:p>
            <a:r>
              <a:rPr lang="en-US" altLang="zh-CN" sz="2000" dirty="0" smtClean="0">
                <a:solidFill>
                  <a:schemeClr val="tx1"/>
                </a:solidFill>
                <a:latin typeface="+mn-lt"/>
                <a:ea typeface="+mn-ea"/>
                <a:cs typeface="+mn-cs"/>
              </a:rPr>
              <a:t>assert(elements</a:t>
            </a:r>
            <a:r>
              <a:rPr lang="en-US" altLang="zh-CN" sz="2000" dirty="0">
                <a:solidFill>
                  <a:schemeClr val="tx1"/>
                </a:solidFill>
                <a:latin typeface="+mn-lt"/>
                <a:ea typeface="+mn-ea"/>
                <a:cs typeface="+mn-cs"/>
              </a:rPr>
              <a:t>!=NULL);	</a:t>
            </a:r>
            <a:r>
              <a:rPr lang="en-US" altLang="zh-CN" sz="2000" dirty="0" smtClean="0">
                <a:solidFill>
                  <a:schemeClr val="tx1"/>
                </a:solidFill>
                <a:latin typeface="+mn-lt"/>
                <a:ea typeface="+mn-ea"/>
                <a:cs typeface="+mn-cs"/>
              </a:rPr>
              <a:t>// </a:t>
            </a:r>
            <a:r>
              <a:rPr lang="zh-CN" altLang="zh-CN" sz="2000" dirty="0">
                <a:solidFill>
                  <a:schemeClr val="tx1"/>
                </a:solidFill>
                <a:latin typeface="+mn-lt"/>
                <a:ea typeface="+mn-ea"/>
                <a:cs typeface="+mn-cs"/>
              </a:rPr>
              <a:t>断言内存分配应该成功</a:t>
            </a:r>
          </a:p>
          <a:p>
            <a:r>
              <a:rPr lang="en-US" altLang="zh-CN" sz="2000" dirty="0" smtClean="0">
                <a:solidFill>
                  <a:schemeClr val="tx1"/>
                </a:solidFill>
                <a:latin typeface="+mn-lt"/>
                <a:ea typeface="+mn-ea"/>
                <a:cs typeface="+mn-cs"/>
              </a:rPr>
              <a:t>if </a:t>
            </a:r>
            <a:r>
              <a:rPr lang="en-US" altLang="zh-CN" sz="2000" dirty="0">
                <a:solidFill>
                  <a:schemeClr val="tx1"/>
                </a:solidFill>
                <a:latin typeface="+mn-lt"/>
                <a:ea typeface="+mn-ea"/>
                <a:cs typeface="+mn-cs"/>
              </a:rPr>
              <a:t>(elements==NULL) </a:t>
            </a:r>
            <a:r>
              <a:rPr lang="en-US" altLang="zh-CN" sz="2000" dirty="0" smtClean="0">
                <a:solidFill>
                  <a:schemeClr val="tx1"/>
                </a:solidFill>
                <a:latin typeface="+mn-lt"/>
                <a:ea typeface="+mn-ea"/>
                <a:cs typeface="+mn-cs"/>
              </a:rPr>
              <a:t> //</a:t>
            </a:r>
            <a:r>
              <a:rPr lang="zh-CN" altLang="zh-CN" sz="2000" dirty="0">
                <a:solidFill>
                  <a:schemeClr val="tx1"/>
                </a:solidFill>
                <a:latin typeface="+mn-lt"/>
                <a:ea typeface="+mn-ea"/>
                <a:cs typeface="+mn-cs"/>
              </a:rPr>
              <a:t>若分配不成功，警告并推出程序运行</a:t>
            </a:r>
          </a:p>
          <a:p>
            <a:r>
              <a:rPr lang="en-US" altLang="zh-CN" sz="2000" dirty="0">
                <a:solidFill>
                  <a:schemeClr val="tx1"/>
                </a:solidFill>
                <a:latin typeface="+mn-lt"/>
                <a:ea typeface="+mn-ea"/>
                <a:cs typeface="+mn-cs"/>
              </a:rPr>
              <a:t>	</a:t>
            </a:r>
            <a:r>
              <a:rPr lang="en-US" altLang="zh-CN" sz="2000" dirty="0" smtClean="0">
                <a:solidFill>
                  <a:schemeClr val="tx1"/>
                </a:solidFill>
                <a:latin typeface="+mn-lt"/>
                <a:ea typeface="+mn-ea"/>
                <a:cs typeface="+mn-cs"/>
              </a:rPr>
              <a:t> </a:t>
            </a:r>
            <a:r>
              <a:rPr lang="en-US" altLang="zh-CN" sz="2000" dirty="0">
                <a:solidFill>
                  <a:schemeClr val="tx1"/>
                </a:solidFill>
                <a:latin typeface="+mn-lt"/>
                <a:ea typeface="+mn-ea"/>
                <a:cs typeface="+mn-cs"/>
              </a:rPr>
              <a:t>{ </a:t>
            </a:r>
            <a:r>
              <a:rPr lang="en-US" altLang="zh-CN" sz="2000" dirty="0" err="1">
                <a:solidFill>
                  <a:schemeClr val="tx1"/>
                </a:solidFill>
                <a:latin typeface="+mn-lt"/>
                <a:ea typeface="+mn-ea"/>
                <a:cs typeface="+mn-cs"/>
              </a:rPr>
              <a:t>cout</a:t>
            </a:r>
            <a:r>
              <a:rPr lang="en-US" altLang="zh-CN" sz="2000" dirty="0">
                <a:solidFill>
                  <a:schemeClr val="tx1"/>
                </a:solidFill>
                <a:latin typeface="+mn-lt"/>
                <a:ea typeface="+mn-ea"/>
                <a:cs typeface="+mn-cs"/>
              </a:rPr>
              <a:t>&lt;&lt;" out of memory \n";</a:t>
            </a:r>
            <a:endParaRPr lang="zh-CN" altLang="zh-CN" sz="2000" dirty="0">
              <a:solidFill>
                <a:schemeClr val="tx1"/>
              </a:solidFill>
              <a:latin typeface="+mn-lt"/>
              <a:ea typeface="+mn-ea"/>
              <a:cs typeface="+mn-cs"/>
            </a:endParaRPr>
          </a:p>
          <a:p>
            <a:r>
              <a:rPr lang="en-US" altLang="zh-CN" sz="2000" dirty="0">
                <a:solidFill>
                  <a:schemeClr val="tx1"/>
                </a:solidFill>
                <a:latin typeface="+mn-lt"/>
                <a:ea typeface="+mn-ea"/>
                <a:cs typeface="+mn-cs"/>
              </a:rPr>
              <a:t> 		  exit(1);</a:t>
            </a:r>
            <a:endParaRPr lang="zh-CN" altLang="zh-CN" sz="2000" dirty="0">
              <a:solidFill>
                <a:schemeClr val="tx1"/>
              </a:solidFill>
              <a:latin typeface="+mn-lt"/>
              <a:ea typeface="+mn-ea"/>
              <a:cs typeface="+mn-cs"/>
            </a:endParaRPr>
          </a:p>
          <a:p>
            <a:r>
              <a:rPr lang="en-US" altLang="zh-CN" sz="2000" dirty="0">
                <a:solidFill>
                  <a:schemeClr val="tx1"/>
                </a:solidFill>
                <a:latin typeface="+mn-lt"/>
                <a:ea typeface="+mn-ea"/>
                <a:cs typeface="+mn-cs"/>
              </a:rPr>
              <a:t>}	</a:t>
            </a:r>
            <a:endParaRPr lang="zh-CN" altLang="en-US" sz="2000" dirty="0"/>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
        <p:nvSpPr>
          <p:cNvPr id="5" name="矩形 4"/>
          <p:cNvSpPr/>
          <p:nvPr/>
        </p:nvSpPr>
        <p:spPr>
          <a:xfrm>
            <a:off x="533400" y="5029200"/>
            <a:ext cx="8382000" cy="646331"/>
          </a:xfrm>
          <a:prstGeom prst="rect">
            <a:avLst/>
          </a:prstGeom>
        </p:spPr>
        <p:txBody>
          <a:bodyPr wrap="square">
            <a:spAutoFit/>
          </a:bodyPr>
          <a:lstStyle/>
          <a:p>
            <a:r>
              <a:rPr lang="zh-CN" altLang="zh-CN" dirty="0"/>
              <a:t>在上面例子中，断言是帮助编程者定位错误位置的，不是处理异常用的；其后的</a:t>
            </a:r>
            <a:r>
              <a:rPr lang="en-US" altLang="zh-CN" dirty="0"/>
              <a:t>if</a:t>
            </a:r>
            <a:r>
              <a:rPr lang="zh-CN" altLang="zh-CN" dirty="0"/>
              <a:t>语句，才是的处理异常的手段。</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定位错误</a:t>
            </a:r>
            <a:endParaRPr lang="zh-CN" altLang="en-US" dirty="0"/>
          </a:p>
        </p:txBody>
      </p:sp>
      <p:sp>
        <p:nvSpPr>
          <p:cNvPr id="3" name="内容占位符 2"/>
          <p:cNvSpPr>
            <a:spLocks noGrp="1"/>
          </p:cNvSpPr>
          <p:nvPr>
            <p:ph idx="1"/>
          </p:nvPr>
        </p:nvSpPr>
        <p:spPr/>
        <p:txBody>
          <a:bodyPr/>
          <a:lstStyle/>
          <a:p>
            <a:r>
              <a:rPr lang="zh-CN" altLang="en-US" dirty="0" smtClean="0"/>
              <a:t>利用调试工具</a:t>
            </a:r>
            <a:endParaRPr lang="en-US" altLang="zh-CN" dirty="0" smtClean="0"/>
          </a:p>
          <a:p>
            <a:pPr lvl="1"/>
            <a:r>
              <a:rPr lang="zh-CN" altLang="en-US" dirty="0" smtClean="0"/>
              <a:t>单步调试代码</a:t>
            </a:r>
            <a:endParaRPr lang="en-US" altLang="zh-CN" dirty="0" smtClean="0"/>
          </a:p>
          <a:p>
            <a:pPr lvl="1"/>
            <a:r>
              <a:rPr lang="zh-CN" altLang="en-US" dirty="0" smtClean="0"/>
              <a:t>设置断点</a:t>
            </a:r>
            <a:endParaRPr lang="en-US" altLang="zh-CN" dirty="0" smtClean="0"/>
          </a:p>
          <a:p>
            <a:pPr lvl="1"/>
            <a:r>
              <a:rPr lang="zh-CN" altLang="en-US" dirty="0" smtClean="0"/>
              <a:t>动态断点（光标处）</a:t>
            </a:r>
            <a:endParaRPr lang="zh-CN" altLang="en-US" dirty="0"/>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修改错误</a:t>
            </a:r>
            <a:endParaRPr lang="zh-CN" altLang="en-US" dirty="0"/>
          </a:p>
        </p:txBody>
      </p:sp>
      <p:sp>
        <p:nvSpPr>
          <p:cNvPr id="3" name="内容占位符 2"/>
          <p:cNvSpPr>
            <a:spLocks noGrp="1"/>
          </p:cNvSpPr>
          <p:nvPr>
            <p:ph idx="1"/>
          </p:nvPr>
        </p:nvSpPr>
        <p:spPr/>
        <p:txBody>
          <a:bodyPr/>
          <a:lstStyle/>
          <a:p>
            <a:r>
              <a:rPr lang="zh-CN" altLang="en-US" dirty="0" smtClean="0">
                <a:latin typeface="宋体" pitchFamily="2" charset="-122"/>
                <a:ea typeface="宋体" pitchFamily="2" charset="-122"/>
              </a:rPr>
              <a:t>修改</a:t>
            </a:r>
            <a:r>
              <a:rPr lang="en-US" altLang="zh-CN" dirty="0" smtClean="0">
                <a:latin typeface="宋体" pitchFamily="2" charset="-122"/>
                <a:ea typeface="宋体" pitchFamily="2" charset="-122"/>
              </a:rPr>
              <a:t>bug</a:t>
            </a:r>
            <a:r>
              <a:rPr lang="zh-CN" altLang="en-US" dirty="0" smtClean="0">
                <a:latin typeface="宋体" pitchFamily="2" charset="-122"/>
                <a:ea typeface="宋体" pitchFamily="2" charset="-122"/>
              </a:rPr>
              <a:t>原则：</a:t>
            </a:r>
            <a:endParaRPr lang="en-US" altLang="zh-CN" dirty="0" smtClean="0">
              <a:latin typeface="宋体" pitchFamily="2" charset="-122"/>
              <a:ea typeface="宋体" pitchFamily="2" charset="-122"/>
            </a:endParaRPr>
          </a:p>
          <a:p>
            <a:pPr lvl="1"/>
            <a:r>
              <a:rPr lang="zh-CN" altLang="en-US" dirty="0" smtClean="0">
                <a:latin typeface="宋体" pitchFamily="2" charset="-122"/>
                <a:ea typeface="宋体" pitchFamily="2" charset="-122"/>
              </a:rPr>
              <a:t>同类型错误，要修改彻底。</a:t>
            </a:r>
            <a:endParaRPr lang="en-US" altLang="zh-CN" dirty="0" smtClean="0">
              <a:latin typeface="宋体" pitchFamily="2" charset="-122"/>
              <a:ea typeface="宋体" pitchFamily="2" charset="-122"/>
            </a:endParaRPr>
          </a:p>
          <a:p>
            <a:pPr lvl="2"/>
            <a:r>
              <a:rPr lang="zh-CN" altLang="en-US" dirty="0" smtClean="0">
                <a:latin typeface="宋体" pitchFamily="2" charset="-122"/>
                <a:ea typeface="宋体" pitchFamily="2" charset="-122"/>
              </a:rPr>
              <a:t>不可偷懒、存侥幸心理</a:t>
            </a:r>
            <a:endParaRPr lang="en-US" altLang="zh-CN" dirty="0" smtClean="0">
              <a:latin typeface="宋体" pitchFamily="2" charset="-122"/>
              <a:ea typeface="宋体" pitchFamily="2" charset="-122"/>
            </a:endParaRPr>
          </a:p>
          <a:p>
            <a:pPr lvl="1"/>
            <a:r>
              <a:rPr lang="zh-CN" altLang="en-US" dirty="0" smtClean="0">
                <a:latin typeface="宋体" pitchFamily="2" charset="-122"/>
                <a:ea typeface="宋体" pitchFamily="2" charset="-122"/>
              </a:rPr>
              <a:t>修改错误的一个常见失误是只修改了这个错误的征兆或这个错误的表现，而没有修改错误本身。</a:t>
            </a:r>
            <a:endParaRPr lang="en-US" altLang="zh-CN" dirty="0" smtClean="0">
              <a:latin typeface="宋体" pitchFamily="2" charset="-122"/>
              <a:ea typeface="宋体" pitchFamily="2" charset="-122"/>
            </a:endParaRPr>
          </a:p>
          <a:p>
            <a:pPr lvl="2"/>
            <a:r>
              <a:rPr lang="zh-CN" altLang="en-US" dirty="0" smtClean="0">
                <a:latin typeface="宋体" pitchFamily="2" charset="-122"/>
                <a:ea typeface="宋体" pitchFamily="2" charset="-122"/>
              </a:rPr>
              <a:t>如果提出的修改不能解释与这个错误有关的全部线索，那就表明只修改了错误的一部分。</a:t>
            </a:r>
            <a:endParaRPr lang="en-US" altLang="zh-CN" dirty="0" smtClean="0">
              <a:latin typeface="宋体" pitchFamily="2" charset="-122"/>
              <a:ea typeface="宋体" pitchFamily="2" charset="-122"/>
            </a:endParaRPr>
          </a:p>
          <a:p>
            <a:pPr lvl="1"/>
            <a:r>
              <a:rPr lang="zh-CN" altLang="en-US" dirty="0" smtClean="0">
                <a:latin typeface="宋体" pitchFamily="2" charset="-122"/>
                <a:ea typeface="宋体" pitchFamily="2" charset="-122"/>
              </a:rPr>
              <a:t>避免修正一个错误的同时引入新的错误。</a:t>
            </a:r>
            <a:endParaRPr lang="en-US" altLang="zh-CN" dirty="0" smtClean="0">
              <a:latin typeface="宋体" pitchFamily="2" charset="-122"/>
              <a:ea typeface="宋体" pitchFamily="2" charset="-122"/>
            </a:endParaRPr>
          </a:p>
          <a:p>
            <a:pPr lvl="2"/>
            <a:r>
              <a:rPr lang="zh-CN" altLang="en-US" dirty="0" smtClean="0">
                <a:latin typeface="宋体" pitchFamily="2" charset="-122"/>
                <a:ea typeface="宋体" pitchFamily="2" charset="-122"/>
              </a:rPr>
              <a:t>分析、警惕修改措施的影响</a:t>
            </a:r>
            <a:endParaRPr lang="en-US" altLang="zh-CN" dirty="0" smtClean="0">
              <a:latin typeface="宋体" pitchFamily="2" charset="-122"/>
              <a:ea typeface="宋体" pitchFamily="2" charset="-122"/>
            </a:endParaRPr>
          </a:p>
          <a:p>
            <a:pPr lvl="1"/>
            <a:r>
              <a:rPr lang="zh-CN" altLang="en-US" dirty="0" smtClean="0">
                <a:latin typeface="宋体" pitchFamily="2" charset="-122"/>
                <a:ea typeface="宋体" pitchFamily="2" charset="-122"/>
              </a:rPr>
              <a:t>修改相应文档</a:t>
            </a:r>
            <a:r>
              <a:rPr lang="en-US" altLang="zh-CN" dirty="0" smtClean="0">
                <a:latin typeface="宋体" pitchFamily="2" charset="-122"/>
                <a:ea typeface="宋体" pitchFamily="2" charset="-122"/>
              </a:rPr>
              <a:t>/</a:t>
            </a:r>
            <a:r>
              <a:rPr lang="zh-CN" altLang="en-US" dirty="0" smtClean="0">
                <a:latin typeface="宋体" pitchFamily="2" charset="-122"/>
                <a:ea typeface="宋体" pitchFamily="2" charset="-122"/>
              </a:rPr>
              <a:t>注释，保持一致。</a:t>
            </a:r>
            <a:endParaRPr lang="zh-CN" altLang="en-US" dirty="0">
              <a:latin typeface="宋体" pitchFamily="2" charset="-122"/>
              <a:ea typeface="宋体" pitchFamily="2" charset="-122"/>
            </a:endParaRPr>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常见内存错误</a:t>
            </a:r>
            <a:endParaRPr lang="zh-CN" altLang="en-US" dirty="0"/>
          </a:p>
        </p:txBody>
      </p:sp>
      <p:sp>
        <p:nvSpPr>
          <p:cNvPr id="3" name="内容占位符 2"/>
          <p:cNvSpPr>
            <a:spLocks noGrp="1"/>
          </p:cNvSpPr>
          <p:nvPr>
            <p:ph idx="1"/>
          </p:nvPr>
        </p:nvSpPr>
        <p:spPr>
          <a:xfrm>
            <a:off x="685800" y="1219200"/>
            <a:ext cx="7848600" cy="4648200"/>
          </a:xfrm>
        </p:spPr>
        <p:txBody>
          <a:bodyPr/>
          <a:lstStyle/>
          <a:p>
            <a:r>
              <a:rPr lang="en-US" altLang="zh-CN" dirty="0" smtClean="0">
                <a:latin typeface="宋体" pitchFamily="2" charset="-122"/>
                <a:ea typeface="宋体" pitchFamily="2" charset="-122"/>
              </a:rPr>
              <a:t>1</a:t>
            </a:r>
            <a:r>
              <a:rPr lang="zh-CN" altLang="en-US" dirty="0" smtClean="0">
                <a:latin typeface="宋体" pitchFamily="2" charset="-122"/>
                <a:ea typeface="宋体" pitchFamily="2" charset="-122"/>
              </a:rPr>
              <a:t>，内存分配未成功，却使用了它</a:t>
            </a:r>
            <a:endParaRPr lang="en-US" altLang="zh-CN" dirty="0" smtClean="0">
              <a:latin typeface="宋体" pitchFamily="2" charset="-122"/>
              <a:ea typeface="宋体" pitchFamily="2" charset="-122"/>
            </a:endParaRPr>
          </a:p>
          <a:p>
            <a:pPr lvl="1"/>
            <a:r>
              <a:rPr lang="zh-CN" altLang="en-US" dirty="0" smtClean="0">
                <a:latin typeface="宋体" pitchFamily="2" charset="-122"/>
                <a:ea typeface="宋体" pitchFamily="2" charset="-122"/>
              </a:rPr>
              <a:t>产生原因： 内存不足。</a:t>
            </a:r>
            <a:endParaRPr lang="en-US" altLang="zh-CN" dirty="0" smtClean="0">
              <a:latin typeface="宋体" pitchFamily="2" charset="-122"/>
              <a:ea typeface="宋体" pitchFamily="2" charset="-122"/>
            </a:endParaRPr>
          </a:p>
          <a:p>
            <a:pPr lvl="1"/>
            <a:r>
              <a:rPr lang="zh-CN" altLang="en-US" dirty="0" smtClean="0">
                <a:latin typeface="宋体" pitchFamily="2" charset="-122"/>
                <a:ea typeface="宋体" pitchFamily="2" charset="-122"/>
              </a:rPr>
              <a:t>解决办法：在使用内存之前检查指针是否为</a:t>
            </a:r>
            <a:r>
              <a:rPr lang="en-US" altLang="zh-CN" dirty="0" smtClean="0">
                <a:latin typeface="宋体" pitchFamily="2" charset="-122"/>
                <a:ea typeface="宋体" pitchFamily="2" charset="-122"/>
              </a:rPr>
              <a:t>null</a:t>
            </a:r>
            <a:r>
              <a:rPr lang="zh-CN" altLang="en-US" dirty="0" smtClean="0">
                <a:latin typeface="宋体" pitchFamily="2" charset="-122"/>
                <a:ea typeface="宋体" pitchFamily="2" charset="-122"/>
              </a:rPr>
              <a:t>，如果指针</a:t>
            </a:r>
            <a:r>
              <a:rPr lang="en-US" altLang="zh-CN" dirty="0" smtClean="0">
                <a:latin typeface="宋体" pitchFamily="2" charset="-122"/>
                <a:ea typeface="宋体" pitchFamily="2" charset="-122"/>
              </a:rPr>
              <a:t>p</a:t>
            </a:r>
            <a:r>
              <a:rPr lang="zh-CN" altLang="en-US" dirty="0" smtClean="0">
                <a:latin typeface="宋体" pitchFamily="2" charset="-122"/>
                <a:ea typeface="宋体" pitchFamily="2" charset="-122"/>
              </a:rPr>
              <a:t>是函数形参，那么在函数的入口处用断言机制</a:t>
            </a:r>
            <a:endParaRPr lang="en-US" altLang="zh-CN" dirty="0" smtClean="0">
              <a:latin typeface="宋体" pitchFamily="2" charset="-122"/>
              <a:ea typeface="宋体" pitchFamily="2" charset="-122"/>
            </a:endParaRPr>
          </a:p>
          <a:p>
            <a:pPr lvl="1">
              <a:buNone/>
            </a:pPr>
            <a:r>
              <a:rPr lang="en-US" altLang="zh-CN" dirty="0" smtClean="0">
                <a:latin typeface="宋体" pitchFamily="2" charset="-122"/>
                <a:ea typeface="宋体" pitchFamily="2" charset="-122"/>
              </a:rPr>
              <a:t>	 assert(p!=null)</a:t>
            </a:r>
            <a:r>
              <a:rPr lang="zh-CN" altLang="en-US" dirty="0" smtClean="0">
                <a:latin typeface="宋体" pitchFamily="2" charset="-122"/>
                <a:ea typeface="宋体" pitchFamily="2" charset="-122"/>
              </a:rPr>
              <a:t>；</a:t>
            </a:r>
            <a:endParaRPr lang="en-US" altLang="zh-CN" dirty="0" smtClean="0">
              <a:latin typeface="宋体" pitchFamily="2" charset="-122"/>
              <a:ea typeface="宋体" pitchFamily="2" charset="-122"/>
            </a:endParaRPr>
          </a:p>
          <a:p>
            <a:pPr lvl="1">
              <a:buNone/>
            </a:pPr>
            <a:r>
              <a:rPr lang="en-US" altLang="zh-CN" dirty="0" smtClean="0">
                <a:latin typeface="宋体" pitchFamily="2" charset="-122"/>
                <a:ea typeface="宋体" pitchFamily="2" charset="-122"/>
              </a:rPr>
              <a:t>		</a:t>
            </a:r>
            <a:r>
              <a:rPr lang="zh-CN" altLang="en-US" dirty="0" smtClean="0">
                <a:latin typeface="宋体" pitchFamily="2" charset="-122"/>
                <a:ea typeface="宋体" pitchFamily="2" charset="-122"/>
              </a:rPr>
              <a:t>用</a:t>
            </a:r>
            <a:r>
              <a:rPr lang="en-US" altLang="zh-CN" dirty="0" smtClean="0">
                <a:latin typeface="宋体" pitchFamily="2" charset="-122"/>
                <a:ea typeface="宋体" pitchFamily="2" charset="-122"/>
              </a:rPr>
              <a:t>if(p==null),</a:t>
            </a:r>
            <a:r>
              <a:rPr lang="zh-CN" altLang="en-US" dirty="0" smtClean="0">
                <a:latin typeface="宋体" pitchFamily="2" charset="-122"/>
                <a:ea typeface="宋体" pitchFamily="2" charset="-122"/>
              </a:rPr>
              <a:t>进行异常处理。</a:t>
            </a:r>
          </a:p>
          <a:p>
            <a:endParaRPr lang="zh-CN" altLang="en-US" dirty="0">
              <a:latin typeface="宋体" pitchFamily="2" charset="-122"/>
              <a:ea typeface="宋体" pitchFamily="2" charset="-122"/>
            </a:endParaRPr>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
        <p:nvSpPr>
          <p:cNvPr id="5" name="内容占位符 2"/>
          <p:cNvSpPr txBox="1">
            <a:spLocks/>
          </p:cNvSpPr>
          <p:nvPr/>
        </p:nvSpPr>
        <p:spPr bwMode="auto">
          <a:xfrm>
            <a:off x="762000" y="4267200"/>
            <a:ext cx="7848600" cy="2362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tx2"/>
              </a:buClr>
              <a:buSzTx/>
              <a:tabLst/>
              <a:defRPr/>
            </a:pPr>
            <a:r>
              <a:rPr kumimoji="0" lang="en-US"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elements=new type[</a:t>
            </a:r>
            <a:r>
              <a:rPr kumimoji="0" lang="en-US" altLang="zh-CN" sz="2000" b="0" i="0" u="none" strike="noStrike" kern="0" cap="none" spc="0" normalizeH="0" baseline="0" noProof="0" dirty="0" err="1" smtClean="0">
                <a:ln>
                  <a:noFill/>
                </a:ln>
                <a:solidFill>
                  <a:schemeClr val="tx2">
                    <a:lumMod val="50000"/>
                  </a:schemeClr>
                </a:solidFill>
                <a:effectLst/>
                <a:uLnTx/>
                <a:uFillTx/>
                <a:latin typeface="+mn-lt"/>
                <a:ea typeface="+mn-ea"/>
                <a:cs typeface="+mn-cs"/>
              </a:rPr>
              <a:t>maxsize</a:t>
            </a:r>
            <a:r>
              <a:rPr kumimoji="0" lang="en-US"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	//</a:t>
            </a:r>
            <a:r>
              <a:rPr kumimoji="0" lang="zh-CN"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为分配内存空间</a:t>
            </a:r>
          </a:p>
          <a:p>
            <a:pPr marL="342900" marR="0" lvl="0" indent="-342900" algn="l" defTabSz="914400" rtl="0" eaLnBrk="1" fontAlgn="base" latinLnBrk="0" hangingPunct="1">
              <a:lnSpc>
                <a:spcPct val="100000"/>
              </a:lnSpc>
              <a:spcBef>
                <a:spcPct val="20000"/>
              </a:spcBef>
              <a:spcAft>
                <a:spcPct val="0"/>
              </a:spcAft>
              <a:buClr>
                <a:schemeClr val="tx2"/>
              </a:buClr>
              <a:buSzTx/>
              <a:tabLst/>
              <a:defRPr/>
            </a:pPr>
            <a:r>
              <a:rPr kumimoji="0" lang="en-US"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assert(elements!=NULL);	// </a:t>
            </a:r>
            <a:r>
              <a:rPr kumimoji="0" lang="zh-CN"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断言内存分配应该成功</a:t>
            </a:r>
          </a:p>
          <a:p>
            <a:pPr marL="342900" marR="0" lvl="0" indent="-342900" algn="l" defTabSz="914400" rtl="0" eaLnBrk="1" fontAlgn="base" latinLnBrk="0" hangingPunct="1">
              <a:lnSpc>
                <a:spcPct val="100000"/>
              </a:lnSpc>
              <a:spcBef>
                <a:spcPct val="20000"/>
              </a:spcBef>
              <a:spcAft>
                <a:spcPct val="0"/>
              </a:spcAft>
              <a:buClr>
                <a:schemeClr val="tx2"/>
              </a:buClr>
              <a:buSzTx/>
              <a:tabLst/>
              <a:defRPr/>
            </a:pPr>
            <a:r>
              <a:rPr kumimoji="0" lang="en-US"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if (elements==NULL)  //</a:t>
            </a:r>
            <a:r>
              <a:rPr kumimoji="0" lang="zh-CN"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若分配不成功，警告并推出程序运行</a:t>
            </a:r>
          </a:p>
          <a:p>
            <a:pPr marL="342900" marR="0" lvl="0" indent="-342900" algn="l" defTabSz="914400" rtl="0" eaLnBrk="1" fontAlgn="base" latinLnBrk="0" hangingPunct="1">
              <a:lnSpc>
                <a:spcPct val="100000"/>
              </a:lnSpc>
              <a:spcBef>
                <a:spcPct val="20000"/>
              </a:spcBef>
              <a:spcAft>
                <a:spcPct val="0"/>
              </a:spcAft>
              <a:buClr>
                <a:schemeClr val="tx2"/>
              </a:buClr>
              <a:buSzTx/>
              <a:tabLst/>
              <a:defRPr/>
            </a:pPr>
            <a:r>
              <a:rPr kumimoji="0" lang="en-US"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	 { </a:t>
            </a:r>
            <a:r>
              <a:rPr kumimoji="0" lang="en-US" altLang="zh-CN" sz="2000" b="0" i="0" u="none" strike="noStrike" kern="0" cap="none" spc="0" normalizeH="0" baseline="0" noProof="0" dirty="0" err="1" smtClean="0">
                <a:ln>
                  <a:noFill/>
                </a:ln>
                <a:solidFill>
                  <a:schemeClr val="tx2">
                    <a:lumMod val="50000"/>
                  </a:schemeClr>
                </a:solidFill>
                <a:effectLst/>
                <a:uLnTx/>
                <a:uFillTx/>
                <a:latin typeface="+mn-lt"/>
                <a:ea typeface="+mn-ea"/>
                <a:cs typeface="+mn-cs"/>
              </a:rPr>
              <a:t>cout</a:t>
            </a:r>
            <a:r>
              <a:rPr kumimoji="0" lang="en-US"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&lt;&lt;" out of memory \n";</a:t>
            </a:r>
            <a:endParaRPr kumimoji="0" lang="zh-CN"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tabLst/>
              <a:defRPr/>
            </a:pPr>
            <a:r>
              <a:rPr kumimoji="0" lang="en-US"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 		  exit(1);</a:t>
            </a:r>
            <a:endParaRPr kumimoji="0" lang="zh-CN"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tabLst/>
              <a:defRPr/>
            </a:pPr>
            <a:r>
              <a:rPr kumimoji="0" lang="en-US" altLang="zh-CN" sz="2000" b="0" i="0" u="none" strike="noStrike" kern="0" cap="none" spc="0" normalizeH="0" baseline="0" noProof="0" dirty="0" smtClean="0">
                <a:ln>
                  <a:noFill/>
                </a:ln>
                <a:solidFill>
                  <a:schemeClr val="tx2">
                    <a:lumMod val="50000"/>
                  </a:schemeClr>
                </a:solidFill>
                <a:effectLst/>
                <a:uLnTx/>
                <a:uFillTx/>
                <a:latin typeface="+mn-lt"/>
                <a:ea typeface="+mn-ea"/>
                <a:cs typeface="+mn-cs"/>
              </a:rPr>
              <a:t>    }	</a:t>
            </a:r>
            <a:endParaRPr kumimoji="0" lang="zh-CN" altLang="en-US" sz="2000" b="0" i="0" u="none" strike="noStrike" kern="0" cap="none" spc="0" normalizeH="0" baseline="0" noProof="0" dirty="0">
              <a:ln>
                <a:noFill/>
              </a:ln>
              <a:solidFill>
                <a:schemeClr val="tx2">
                  <a:lumMod val="50000"/>
                </a:schemeClr>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常见内存错误</a:t>
            </a:r>
            <a:endParaRPr lang="zh-CN" altLang="en-US" dirty="0"/>
          </a:p>
        </p:txBody>
      </p:sp>
      <p:sp>
        <p:nvSpPr>
          <p:cNvPr id="3" name="内容占位符 2"/>
          <p:cNvSpPr>
            <a:spLocks noGrp="1"/>
          </p:cNvSpPr>
          <p:nvPr>
            <p:ph idx="1"/>
          </p:nvPr>
        </p:nvSpPr>
        <p:spPr/>
        <p:txBody>
          <a:bodyPr/>
          <a:lstStyle/>
          <a:p>
            <a:pPr latinLnBrk="1"/>
            <a:r>
              <a:rPr lang="en-US" altLang="zh-CN" b="1" dirty="0" smtClean="0">
                <a:latin typeface="宋体" pitchFamily="2" charset="-122"/>
                <a:ea typeface="宋体" pitchFamily="2" charset="-122"/>
              </a:rPr>
              <a:t>2</a:t>
            </a:r>
            <a:r>
              <a:rPr lang="zh-CN" altLang="en-US" b="1" dirty="0" smtClean="0">
                <a:latin typeface="宋体" pitchFamily="2" charset="-122"/>
                <a:ea typeface="宋体" pitchFamily="2" charset="-122"/>
              </a:rPr>
              <a:t>，内存分配成功，但是未初始，就引用它</a:t>
            </a:r>
            <a:endParaRPr lang="en-US" altLang="zh-CN" b="1" dirty="0" smtClean="0">
              <a:latin typeface="宋体" pitchFamily="2" charset="-122"/>
              <a:ea typeface="宋体" pitchFamily="2" charset="-122"/>
            </a:endParaRPr>
          </a:p>
          <a:p>
            <a:pPr lvl="1" latinLnBrk="1"/>
            <a:r>
              <a:rPr lang="zh-CN" altLang="en-US" b="1" dirty="0" smtClean="0">
                <a:latin typeface="宋体" pitchFamily="2" charset="-122"/>
                <a:ea typeface="宋体" pitchFamily="2" charset="-122"/>
              </a:rPr>
              <a:t>产生原因：</a:t>
            </a:r>
            <a:endParaRPr lang="en-US" altLang="zh-CN" b="1" dirty="0" smtClean="0">
              <a:latin typeface="宋体" pitchFamily="2" charset="-122"/>
              <a:ea typeface="宋体" pitchFamily="2" charset="-122"/>
            </a:endParaRPr>
          </a:p>
          <a:p>
            <a:pPr lvl="2" latinLnBrk="1"/>
            <a:r>
              <a:rPr lang="zh-CN" altLang="en-US" dirty="0" smtClean="0">
                <a:latin typeface="宋体" pitchFamily="2" charset="-122"/>
                <a:ea typeface="宋体" pitchFamily="2" charset="-122"/>
              </a:rPr>
              <a:t>没有初始化的概念</a:t>
            </a:r>
            <a:endParaRPr lang="en-US" altLang="zh-CN" dirty="0" smtClean="0">
              <a:latin typeface="宋体" pitchFamily="2" charset="-122"/>
              <a:ea typeface="宋体" pitchFamily="2" charset="-122"/>
            </a:endParaRPr>
          </a:p>
          <a:p>
            <a:pPr lvl="2" latinLnBrk="1"/>
            <a:r>
              <a:rPr lang="zh-CN" altLang="en-US" dirty="0" smtClean="0">
                <a:latin typeface="宋体" pitchFamily="2" charset="-122"/>
                <a:ea typeface="宋体" pitchFamily="2" charset="-122"/>
              </a:rPr>
              <a:t>误以为内存的缺省初值全为</a:t>
            </a:r>
            <a:r>
              <a:rPr lang="en-US" altLang="zh-CN" dirty="0" smtClean="0">
                <a:latin typeface="宋体" pitchFamily="2" charset="-122"/>
                <a:ea typeface="宋体" pitchFamily="2" charset="-122"/>
              </a:rPr>
              <a:t>0</a:t>
            </a:r>
            <a:r>
              <a:rPr lang="zh-CN" altLang="en-US" dirty="0" smtClean="0">
                <a:latin typeface="宋体" pitchFamily="2" charset="-122"/>
                <a:ea typeface="宋体" pitchFamily="2" charset="-122"/>
              </a:rPr>
              <a:t>（内存的缺省初值究竟是什么并没有统一的标准，尽管有些时候为零值，我们宁可信其无不可信其有）。</a:t>
            </a:r>
          </a:p>
          <a:p>
            <a:pPr lvl="1" latinLnBrk="1"/>
            <a:r>
              <a:rPr lang="zh-CN" altLang="en-US" b="1" dirty="0" smtClean="0">
                <a:latin typeface="宋体" pitchFamily="2" charset="-122"/>
                <a:ea typeface="宋体" pitchFamily="2" charset="-122"/>
              </a:rPr>
              <a:t>解决办法：</a:t>
            </a:r>
            <a:endParaRPr lang="en-US" altLang="zh-CN" b="1" dirty="0" smtClean="0">
              <a:latin typeface="宋体" pitchFamily="2" charset="-122"/>
              <a:ea typeface="宋体" pitchFamily="2" charset="-122"/>
            </a:endParaRPr>
          </a:p>
          <a:p>
            <a:pPr lvl="2" latinLnBrk="1"/>
            <a:r>
              <a:rPr lang="zh-CN" altLang="en-US" dirty="0" smtClean="0">
                <a:latin typeface="宋体" pitchFamily="2" charset="-122"/>
                <a:ea typeface="宋体" pitchFamily="2" charset="-122"/>
              </a:rPr>
              <a:t>无论用何种方式创建数组</a:t>
            </a:r>
            <a:r>
              <a:rPr lang="en-US" altLang="zh-CN" dirty="0" smtClean="0">
                <a:latin typeface="宋体" pitchFamily="2" charset="-122"/>
                <a:ea typeface="宋体" pitchFamily="2" charset="-122"/>
              </a:rPr>
              <a:t>,</a:t>
            </a:r>
            <a:r>
              <a:rPr lang="zh-CN" altLang="en-US" dirty="0" smtClean="0">
                <a:latin typeface="宋体" pitchFamily="2" charset="-122"/>
                <a:ea typeface="宋体" pitchFamily="2" charset="-122"/>
              </a:rPr>
              <a:t>对象</a:t>
            </a:r>
            <a:r>
              <a:rPr lang="en-US" altLang="zh-CN" dirty="0" smtClean="0">
                <a:latin typeface="宋体" pitchFamily="2" charset="-122"/>
                <a:ea typeface="宋体" pitchFamily="2" charset="-122"/>
              </a:rPr>
              <a:t>/</a:t>
            </a:r>
            <a:r>
              <a:rPr lang="zh-CN" altLang="en-US" dirty="0" smtClean="0">
                <a:latin typeface="宋体" pitchFamily="2" charset="-122"/>
                <a:ea typeface="宋体" pitchFamily="2" charset="-122"/>
              </a:rPr>
              <a:t>结构体，都不要忘了赋初值（构造函数），即使赋</a:t>
            </a:r>
            <a:r>
              <a:rPr lang="en-US" altLang="zh-CN" dirty="0" smtClean="0">
                <a:latin typeface="宋体" pitchFamily="2" charset="-122"/>
                <a:ea typeface="宋体" pitchFamily="2" charset="-122"/>
              </a:rPr>
              <a:t>0</a:t>
            </a:r>
            <a:r>
              <a:rPr lang="zh-CN" altLang="en-US" dirty="0" smtClean="0">
                <a:latin typeface="宋体" pitchFamily="2" charset="-122"/>
                <a:ea typeface="宋体" pitchFamily="2" charset="-122"/>
              </a:rPr>
              <a:t>值也不可省略。</a:t>
            </a:r>
          </a:p>
          <a:p>
            <a:endParaRPr lang="zh-CN" altLang="en-US" dirty="0">
              <a:latin typeface="宋体" pitchFamily="2" charset="-122"/>
              <a:ea typeface="宋体" pitchFamily="2" charset="-122"/>
            </a:endParaRPr>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常见内存错误</a:t>
            </a:r>
            <a:endParaRPr lang="zh-CN" altLang="en-US" dirty="0"/>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
        <p:nvSpPr>
          <p:cNvPr id="5" name="Rectangle 3"/>
          <p:cNvSpPr txBox="1">
            <a:spLocks noChangeArrowheads="1"/>
          </p:cNvSpPr>
          <p:nvPr/>
        </p:nvSpPr>
        <p:spPr bwMode="auto">
          <a:xfrm>
            <a:off x="152400" y="2133601"/>
            <a:ext cx="8991600" cy="41909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0"/>
              </a:spcBef>
              <a:spcAft>
                <a:spcPct val="0"/>
              </a:spcAft>
              <a:buClr>
                <a:schemeClr val="tx2"/>
              </a:buClr>
              <a:buSzTx/>
              <a:buFont typeface="Wingdings" pitchFamily="2" charset="2"/>
              <a:buChar char="§"/>
              <a:tabLst/>
              <a:defRPr/>
            </a:pPr>
            <a:r>
              <a:rPr kumimoji="0" lang="zh-CN" altLang="en-US" sz="2800" b="0" i="0" u="none" strike="noStrike" kern="0" cap="none" spc="0" normalizeH="0" baseline="0" noProof="0" dirty="0" smtClean="0">
                <a:ln>
                  <a:noFill/>
                </a:ln>
                <a:solidFill>
                  <a:schemeClr val="tx2">
                    <a:lumMod val="50000"/>
                  </a:schemeClr>
                </a:solidFill>
                <a:effectLst/>
                <a:uLnTx/>
                <a:uFillTx/>
                <a:latin typeface="+mn-lt"/>
                <a:ea typeface="+mn-ea"/>
                <a:cs typeface="+mn-cs"/>
              </a:rPr>
              <a:t>结点的形式定义</a:t>
            </a:r>
          </a:p>
          <a:p>
            <a:pPr marL="742950" marR="0" lvl="1" indent="-285750" algn="l" defTabSz="914400" rtl="0" eaLnBrk="1" fontAlgn="base" latinLnBrk="0" hangingPunct="1">
              <a:lnSpc>
                <a:spcPct val="100000"/>
              </a:lnSpc>
              <a:spcBef>
                <a:spcPct val="0"/>
              </a:spcBef>
              <a:spcAft>
                <a:spcPct val="0"/>
              </a:spcAft>
              <a:buClr>
                <a:schemeClr val="accent1"/>
              </a:buClr>
              <a:buSzTx/>
              <a:buFont typeface="宋体" pitchFamily="2" charset="-122"/>
              <a:buNone/>
              <a:tabLst/>
              <a:defRPr/>
            </a:pPr>
            <a:r>
              <a:rPr kumimoji="0" lang="zh-CN" altLang="en-US"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err="1" smtClean="0">
                <a:ln>
                  <a:noFill/>
                </a:ln>
                <a:solidFill>
                  <a:schemeClr val="tx2">
                    <a:lumMod val="50000"/>
                  </a:schemeClr>
                </a:solidFill>
                <a:effectLst/>
                <a:uLnTx/>
                <a:uFillTx/>
                <a:latin typeface="+mn-lt"/>
              </a:rPr>
              <a:t>Typedef</a:t>
            </a: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err="1" smtClean="0">
                <a:ln>
                  <a:noFill/>
                </a:ln>
                <a:solidFill>
                  <a:schemeClr val="tx2">
                    <a:lumMod val="50000"/>
                  </a:schemeClr>
                </a:solidFill>
                <a:effectLst/>
                <a:uLnTx/>
                <a:uFillTx/>
                <a:latin typeface="+mn-lt"/>
              </a:rPr>
              <a:t>struct</a:t>
            </a: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err="1" smtClean="0">
                <a:ln>
                  <a:noFill/>
                </a:ln>
                <a:solidFill>
                  <a:schemeClr val="tx2">
                    <a:lumMod val="50000"/>
                  </a:schemeClr>
                </a:solidFill>
                <a:effectLst/>
                <a:uLnTx/>
                <a:uFillTx/>
                <a:latin typeface="+mn-lt"/>
              </a:rPr>
              <a:t>LNode</a:t>
            </a: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 {</a:t>
            </a:r>
          </a:p>
          <a:p>
            <a:pPr marL="742950" marR="0" lvl="1" indent="-285750" algn="l" defTabSz="914400" rtl="0" eaLnBrk="1" fontAlgn="base" latinLnBrk="0" hangingPunct="1">
              <a:lnSpc>
                <a:spcPct val="100000"/>
              </a:lnSpc>
              <a:spcBef>
                <a:spcPct val="0"/>
              </a:spcBef>
              <a:spcAft>
                <a:spcPct val="0"/>
              </a:spcAft>
              <a:buClr>
                <a:schemeClr val="accent1"/>
              </a:buClr>
              <a:buSzTx/>
              <a:buFont typeface="宋体" pitchFamily="2" charset="-122"/>
              <a:buNone/>
              <a:tabLst/>
              <a:defRPr/>
            </a:pP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err="1" smtClean="0">
                <a:ln>
                  <a:noFill/>
                </a:ln>
                <a:solidFill>
                  <a:schemeClr val="tx2">
                    <a:lumMod val="50000"/>
                  </a:schemeClr>
                </a:solidFill>
                <a:effectLst/>
                <a:uLnTx/>
                <a:uFillTx/>
                <a:latin typeface="+mn-lt"/>
              </a:rPr>
              <a:t>int</a:t>
            </a: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data;  // </a:t>
            </a:r>
            <a:r>
              <a:rPr kumimoji="0" lang="zh-CN" altLang="en-US" sz="2400" b="0" i="0" u="none" strike="noStrike" kern="0" cap="none" spc="0" normalizeH="0" baseline="0" noProof="0" dirty="0" smtClean="0">
                <a:ln>
                  <a:noFill/>
                </a:ln>
                <a:solidFill>
                  <a:schemeClr val="tx2">
                    <a:lumMod val="50000"/>
                  </a:schemeClr>
                </a:solidFill>
                <a:effectLst/>
                <a:uLnTx/>
                <a:uFillTx/>
                <a:latin typeface="+mn-lt"/>
              </a:rPr>
              <a:t>数据域</a:t>
            </a:r>
          </a:p>
          <a:p>
            <a:pPr marL="742950" marR="0" lvl="1" indent="-285750" algn="l" defTabSz="914400" rtl="0" eaLnBrk="1" fontAlgn="base" latinLnBrk="0" hangingPunct="1">
              <a:lnSpc>
                <a:spcPct val="100000"/>
              </a:lnSpc>
              <a:spcBef>
                <a:spcPct val="0"/>
              </a:spcBef>
              <a:spcAft>
                <a:spcPct val="0"/>
              </a:spcAft>
              <a:buClr>
                <a:schemeClr val="accent1"/>
              </a:buClr>
              <a:buSzTx/>
              <a:buFont typeface="宋体" pitchFamily="2" charset="-122"/>
              <a:buNone/>
              <a:tabLst/>
              <a:defRPr/>
            </a:pPr>
            <a:r>
              <a:rPr kumimoji="0" lang="zh-CN" altLang="en-US"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err="1" smtClean="0">
                <a:ln>
                  <a:noFill/>
                </a:ln>
                <a:solidFill>
                  <a:schemeClr val="tx2">
                    <a:lumMod val="50000"/>
                  </a:schemeClr>
                </a:solidFill>
                <a:effectLst/>
                <a:uLnTx/>
                <a:uFillTx/>
                <a:latin typeface="+mn-lt"/>
              </a:rPr>
              <a:t>struct</a:t>
            </a: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err="1" smtClean="0">
                <a:ln>
                  <a:noFill/>
                </a:ln>
                <a:solidFill>
                  <a:schemeClr val="tx2">
                    <a:lumMod val="50000"/>
                  </a:schemeClr>
                </a:solidFill>
                <a:effectLst/>
                <a:uLnTx/>
                <a:uFillTx/>
                <a:latin typeface="+mn-lt"/>
              </a:rPr>
              <a:t>Lnode</a:t>
            </a: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   *next;  // </a:t>
            </a:r>
            <a:r>
              <a:rPr kumimoji="0" lang="zh-CN" altLang="en-US" sz="2400" b="0" i="0" u="none" strike="noStrike" kern="0" cap="none" spc="0" normalizeH="0" baseline="0" noProof="0" dirty="0" smtClean="0">
                <a:ln>
                  <a:noFill/>
                </a:ln>
                <a:solidFill>
                  <a:schemeClr val="tx2">
                    <a:lumMod val="50000"/>
                  </a:schemeClr>
                </a:solidFill>
                <a:effectLst/>
                <a:uLnTx/>
                <a:uFillTx/>
                <a:latin typeface="+mn-lt"/>
              </a:rPr>
              <a:t>指针域</a:t>
            </a:r>
          </a:p>
          <a:p>
            <a:pPr marL="742950" marR="0" lvl="1" indent="-285750" algn="l" defTabSz="914400" rtl="0" eaLnBrk="1" fontAlgn="base" latinLnBrk="0" hangingPunct="1">
              <a:lnSpc>
                <a:spcPct val="100000"/>
              </a:lnSpc>
              <a:spcBef>
                <a:spcPct val="0"/>
              </a:spcBef>
              <a:spcAft>
                <a:spcPct val="0"/>
              </a:spcAft>
              <a:buClr>
                <a:schemeClr val="accent1"/>
              </a:buClr>
              <a:buSzTx/>
              <a:buFont typeface="宋体" pitchFamily="2" charset="-122"/>
              <a:buNone/>
              <a:tabLst/>
              <a:defRPr/>
            </a:pPr>
            <a:r>
              <a:rPr kumimoji="0" lang="zh-CN" altLang="en-US"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smtClean="0">
                <a:ln>
                  <a:noFill/>
                </a:ln>
                <a:solidFill>
                  <a:schemeClr val="tx2">
                    <a:lumMod val="50000"/>
                  </a:schemeClr>
                </a:solidFill>
                <a:effectLst/>
                <a:uLnTx/>
                <a:uFillTx/>
                <a:latin typeface="+mn-lt"/>
              </a:rPr>
              <a:t>} </a:t>
            </a:r>
            <a:r>
              <a:rPr kumimoji="0" lang="en-US" altLang="zh-CN" sz="2400" b="0" i="0" u="none" strike="noStrike" kern="0" cap="none" spc="0" normalizeH="0" baseline="0" noProof="0" dirty="0" err="1" smtClean="0">
                <a:ln>
                  <a:noFill/>
                </a:ln>
                <a:solidFill>
                  <a:schemeClr val="tx2">
                    <a:lumMod val="50000"/>
                  </a:schemeClr>
                </a:solidFill>
                <a:effectLst/>
                <a:uLnTx/>
                <a:uFillTx/>
                <a:latin typeface="+mn-lt"/>
              </a:rPr>
              <a:t>LNode</a:t>
            </a:r>
            <a:r>
              <a:rPr kumimoji="0" lang="zh-CN" altLang="en-US" sz="2400" b="0" i="0" u="none" strike="noStrike" kern="0" cap="none" spc="0" normalizeH="0" baseline="0" noProof="0" dirty="0" smtClean="0">
                <a:ln>
                  <a:noFill/>
                </a:ln>
                <a:solidFill>
                  <a:schemeClr val="tx2">
                    <a:lumMod val="50000"/>
                  </a:schemeClr>
                </a:solidFill>
                <a:effectLst/>
                <a:uLnTx/>
                <a:uFillTx/>
                <a:latin typeface="+mn-lt"/>
              </a:rPr>
              <a:t>，</a:t>
            </a:r>
            <a:r>
              <a:rPr kumimoji="0" lang="en-US" altLang="zh-CN" sz="2400" b="0" i="0" u="none" strike="noStrike" kern="0" cap="none" spc="0" normalizeH="0" baseline="0" noProof="0" dirty="0" smtClean="0">
                <a:ln>
                  <a:noFill/>
                </a:ln>
                <a:solidFill>
                  <a:schemeClr val="tx2">
                    <a:lumMod val="50000"/>
                  </a:schemeClr>
                </a:solidFill>
                <a:effectLst/>
                <a:uLnTx/>
                <a:uFillTx/>
                <a:latin typeface="宋体" pitchFamily="2" charset="-122"/>
              </a:rPr>
              <a:t>* </a:t>
            </a:r>
            <a:r>
              <a:rPr kumimoji="0" lang="en-US" altLang="zh-CN" sz="2400" b="0" i="0" u="none" strike="noStrike" kern="0" cap="none" spc="0" normalizeH="0" baseline="0" noProof="0" dirty="0" err="1" smtClean="0">
                <a:ln>
                  <a:noFill/>
                </a:ln>
                <a:solidFill>
                  <a:schemeClr val="tx2">
                    <a:lumMod val="50000"/>
                  </a:schemeClr>
                </a:solidFill>
                <a:effectLst/>
                <a:uLnTx/>
                <a:uFillTx/>
                <a:latin typeface="+mn-lt"/>
              </a:rPr>
              <a:t>LinkList</a:t>
            </a:r>
            <a:r>
              <a:rPr kumimoji="0" lang="zh-CN" altLang="en-US" sz="2400" b="0" i="0" u="none" strike="noStrike" kern="0" cap="none" spc="0" normalizeH="0" baseline="0" noProof="0" dirty="0" smtClean="0">
                <a:ln>
                  <a:noFill/>
                </a:ln>
                <a:solidFill>
                  <a:schemeClr val="tx2">
                    <a:lumMod val="50000"/>
                  </a:schemeClr>
                </a:solidFill>
                <a:effectLst/>
                <a:uLnTx/>
                <a:uFillTx/>
                <a:latin typeface="+mn-lt"/>
              </a:rPr>
              <a:t>；  </a:t>
            </a:r>
            <a:endParaRPr kumimoji="0" lang="en-US" altLang="zh-CN" sz="2400" b="0" i="0" u="none" strike="noStrike" kern="0" cap="none" spc="0" normalizeH="0" baseline="0" noProof="0" dirty="0" smtClean="0">
              <a:ln>
                <a:noFill/>
              </a:ln>
              <a:solidFill>
                <a:schemeClr val="tx2">
                  <a:lumMod val="50000"/>
                </a:schemeClr>
              </a:solidFill>
              <a:effectLst/>
              <a:uLnTx/>
              <a:uFillTx/>
              <a:latin typeface="+mn-lt"/>
            </a:endParaRPr>
          </a:p>
          <a:p>
            <a:pPr marL="742950" marR="0" lvl="1" indent="-285750" algn="l" defTabSz="914400" rtl="0" eaLnBrk="1" fontAlgn="base" latinLnBrk="0" hangingPunct="1">
              <a:lnSpc>
                <a:spcPct val="100000"/>
              </a:lnSpc>
              <a:spcBef>
                <a:spcPct val="0"/>
              </a:spcBef>
              <a:spcAft>
                <a:spcPct val="0"/>
              </a:spcAft>
              <a:buClr>
                <a:schemeClr val="accent1"/>
              </a:buClr>
              <a:buSzTx/>
              <a:buFont typeface="宋体" pitchFamily="2" charset="-122"/>
              <a:buNone/>
              <a:tabLst/>
              <a:defRPr/>
            </a:pPr>
            <a:endParaRPr lang="en-US" altLang="zh-CN" sz="2400" kern="0" dirty="0" smtClean="0">
              <a:solidFill>
                <a:schemeClr val="tx2">
                  <a:lumMod val="50000"/>
                </a:schemeClr>
              </a:solidFill>
              <a:latin typeface="+mn-lt"/>
            </a:endParaRPr>
          </a:p>
          <a:p>
            <a:pPr marL="742950" lvl="1" indent="-285750" fontAlgn="base">
              <a:buClr>
                <a:schemeClr val="accent1"/>
              </a:buClr>
            </a:pPr>
            <a:r>
              <a:rPr lang="en-US" altLang="zh-CN" sz="2400" kern="0" dirty="0" smtClean="0">
                <a:solidFill>
                  <a:schemeClr val="tx2">
                    <a:lumMod val="50000"/>
                  </a:schemeClr>
                </a:solidFill>
                <a:latin typeface="+mn-lt"/>
              </a:rPr>
              <a:t>s = (</a:t>
            </a:r>
            <a:r>
              <a:rPr lang="en-US" altLang="zh-CN" sz="2400" kern="0" dirty="0" err="1" smtClean="0">
                <a:solidFill>
                  <a:schemeClr val="tx2">
                    <a:lumMod val="50000"/>
                  </a:schemeClr>
                </a:solidFill>
                <a:latin typeface="+mn-lt"/>
              </a:rPr>
              <a:t>LinkList</a:t>
            </a:r>
            <a:r>
              <a:rPr lang="en-US" altLang="zh-CN" sz="2400" kern="0" dirty="0" smtClean="0">
                <a:solidFill>
                  <a:schemeClr val="tx2">
                    <a:lumMod val="50000"/>
                  </a:schemeClr>
                </a:solidFill>
                <a:latin typeface="+mn-lt"/>
              </a:rPr>
              <a:t>) </a:t>
            </a:r>
            <a:r>
              <a:rPr lang="en-US" altLang="zh-CN" sz="2400" kern="0" dirty="0" err="1" smtClean="0">
                <a:solidFill>
                  <a:schemeClr val="tx2">
                    <a:lumMod val="50000"/>
                  </a:schemeClr>
                </a:solidFill>
                <a:latin typeface="+mn-lt"/>
              </a:rPr>
              <a:t>malloc</a:t>
            </a:r>
            <a:r>
              <a:rPr lang="en-US" altLang="zh-CN" sz="2400" kern="0" dirty="0" smtClean="0">
                <a:solidFill>
                  <a:schemeClr val="tx2">
                    <a:lumMod val="50000"/>
                  </a:schemeClr>
                </a:solidFill>
                <a:latin typeface="+mn-lt"/>
              </a:rPr>
              <a:t>(</a:t>
            </a:r>
            <a:r>
              <a:rPr lang="en-US" altLang="zh-CN" sz="2400" kern="0" dirty="0" err="1" smtClean="0">
                <a:solidFill>
                  <a:schemeClr val="tx2">
                    <a:lumMod val="50000"/>
                  </a:schemeClr>
                </a:solidFill>
                <a:latin typeface="+mn-lt"/>
              </a:rPr>
              <a:t>sizeof</a:t>
            </a:r>
            <a:r>
              <a:rPr lang="en-US" altLang="zh-CN" sz="2400" kern="0" dirty="0" smtClean="0">
                <a:solidFill>
                  <a:schemeClr val="tx2">
                    <a:lumMod val="50000"/>
                  </a:schemeClr>
                </a:solidFill>
                <a:latin typeface="+mn-lt"/>
              </a:rPr>
              <a:t>(</a:t>
            </a:r>
            <a:r>
              <a:rPr lang="en-US" altLang="zh-CN" sz="2400" kern="0" dirty="0" err="1" smtClean="0">
                <a:solidFill>
                  <a:schemeClr val="tx2">
                    <a:lumMod val="50000"/>
                  </a:schemeClr>
                </a:solidFill>
                <a:latin typeface="+mn-lt"/>
              </a:rPr>
              <a:t>LNode</a:t>
            </a:r>
            <a:r>
              <a:rPr lang="en-US" altLang="zh-CN" sz="2400" kern="0" dirty="0" smtClean="0">
                <a:solidFill>
                  <a:schemeClr val="tx2">
                    <a:lumMod val="50000"/>
                  </a:schemeClr>
                </a:solidFill>
                <a:latin typeface="+mn-lt"/>
              </a:rPr>
              <a:t>));//</a:t>
            </a:r>
            <a:r>
              <a:rPr lang="zh-CN" altLang="en-US" sz="2400" kern="0" dirty="0" smtClean="0">
                <a:solidFill>
                  <a:schemeClr val="tx2">
                    <a:lumMod val="50000"/>
                  </a:schemeClr>
                </a:solidFill>
                <a:latin typeface="+mn-lt"/>
              </a:rPr>
              <a:t>建新结点</a:t>
            </a:r>
            <a:endParaRPr lang="en-US" altLang="zh-CN" sz="2400" kern="0" dirty="0" smtClean="0">
              <a:solidFill>
                <a:schemeClr val="tx2">
                  <a:lumMod val="50000"/>
                </a:schemeClr>
              </a:solidFill>
              <a:latin typeface="+mn-lt"/>
            </a:endParaRPr>
          </a:p>
          <a:p>
            <a:pPr marL="742950" lvl="1" indent="-285750" fontAlgn="base">
              <a:buClr>
                <a:schemeClr val="accent1"/>
              </a:buClr>
            </a:pPr>
            <a:endParaRPr lang="en-US" altLang="zh-CN" sz="2400" dirty="0" smtClean="0">
              <a:solidFill>
                <a:srgbClr val="FF0000"/>
              </a:solidFill>
            </a:endParaRPr>
          </a:p>
          <a:p>
            <a:pPr marL="742950" lvl="1" indent="-285750" fontAlgn="base">
              <a:buClr>
                <a:schemeClr val="accent1"/>
              </a:buClr>
            </a:pPr>
            <a:r>
              <a:rPr lang="en-US" altLang="zh-CN" sz="2400" dirty="0" smtClean="0">
                <a:solidFill>
                  <a:srgbClr val="FF0000"/>
                </a:solidFill>
              </a:rPr>
              <a:t>assert(s-</a:t>
            </a:r>
            <a:r>
              <a:rPr lang="en-US" altLang="zh-CN" sz="2400" dirty="0" smtClean="0">
                <a:solidFill>
                  <a:srgbClr val="FF0000"/>
                </a:solidFill>
              </a:rPr>
              <a:t>&gt;data!=0)</a:t>
            </a:r>
            <a:endParaRPr lang="en-US" altLang="zh-CN" sz="2400" dirty="0" smtClean="0">
              <a:solidFill>
                <a:srgbClr val="FF0000"/>
              </a:solidFill>
            </a:endParaRPr>
          </a:p>
          <a:p>
            <a:pPr marL="742950" lvl="1" indent="-285750" fontAlgn="base">
              <a:buClr>
                <a:schemeClr val="accent1"/>
              </a:buClr>
            </a:pPr>
            <a:r>
              <a:rPr lang="en-US" altLang="zh-CN" sz="2400" dirty="0" smtClean="0">
                <a:solidFill>
                  <a:srgbClr val="FF0000"/>
                </a:solidFill>
              </a:rPr>
              <a:t>assert(s-</a:t>
            </a:r>
            <a:r>
              <a:rPr lang="en-US" altLang="zh-CN" sz="2400" dirty="0" smtClean="0">
                <a:solidFill>
                  <a:srgbClr val="FF0000"/>
                </a:solidFill>
              </a:rPr>
              <a:t>&gt;next !=null)</a:t>
            </a:r>
            <a:endParaRPr kumimoji="0" lang="zh-CN" altLang="en-US" sz="2400" b="0" i="0" u="none" strike="noStrike" kern="0" cap="none" spc="0" normalizeH="0" baseline="0" noProof="0" dirty="0" smtClean="0">
              <a:ln>
                <a:noFill/>
              </a:ln>
              <a:solidFill>
                <a:srgbClr val="FF0000"/>
              </a:solidFill>
              <a:effectLst/>
              <a:uLnTx/>
              <a:uFillTx/>
              <a:latin typeface="+mn-lt"/>
            </a:endParaRPr>
          </a:p>
        </p:txBody>
      </p:sp>
      <p:sp>
        <p:nvSpPr>
          <p:cNvPr id="6" name="矩形 5"/>
          <p:cNvSpPr/>
          <p:nvPr/>
        </p:nvSpPr>
        <p:spPr>
          <a:xfrm>
            <a:off x="304800" y="1295400"/>
            <a:ext cx="8610600" cy="584775"/>
          </a:xfrm>
          <a:prstGeom prst="rect">
            <a:avLst/>
          </a:prstGeom>
        </p:spPr>
        <p:txBody>
          <a:bodyPr wrap="square">
            <a:spAutoFit/>
          </a:bodyPr>
          <a:lstStyle/>
          <a:p>
            <a:r>
              <a:rPr lang="zh-CN" altLang="en-US" sz="3200" b="1" dirty="0" smtClean="0">
                <a:effectLst>
                  <a:outerShdw blurRad="38100" dist="38100" dir="2700000" algn="tl">
                    <a:srgbClr val="000000">
                      <a:alpha val="43137"/>
                    </a:srgbClr>
                  </a:outerShdw>
                </a:effectLst>
                <a:latin typeface="宋体" pitchFamily="2" charset="-122"/>
                <a:ea typeface="宋体" pitchFamily="2" charset="-122"/>
              </a:rPr>
              <a:t>内存分配</a:t>
            </a:r>
            <a:r>
              <a:rPr lang="zh-CN" altLang="en-US" sz="3200" b="1" dirty="0" smtClean="0">
                <a:effectLst>
                  <a:outerShdw blurRad="38100" dist="38100" dir="2700000" algn="tl">
                    <a:srgbClr val="000000">
                      <a:alpha val="43137"/>
                    </a:srgbClr>
                  </a:outerShdw>
                </a:effectLst>
                <a:latin typeface="宋体" pitchFamily="2" charset="-122"/>
                <a:ea typeface="宋体" pitchFamily="2" charset="-122"/>
              </a:rPr>
              <a:t>初始化问题举例</a:t>
            </a:r>
            <a:endParaRPr lang="zh-CN" altLang="en-US" sz="3200"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常见内存错误</a:t>
            </a:r>
            <a:endParaRPr lang="zh-CN" altLang="en-US" dirty="0"/>
          </a:p>
        </p:txBody>
      </p:sp>
      <p:sp>
        <p:nvSpPr>
          <p:cNvPr id="3" name="内容占位符 2"/>
          <p:cNvSpPr>
            <a:spLocks noGrp="1"/>
          </p:cNvSpPr>
          <p:nvPr>
            <p:ph idx="1"/>
          </p:nvPr>
        </p:nvSpPr>
        <p:spPr/>
        <p:txBody>
          <a:bodyPr/>
          <a:lstStyle/>
          <a:p>
            <a:pPr latinLnBrk="1"/>
            <a:r>
              <a:rPr lang="en-US" altLang="zh-CN" b="1" dirty="0" smtClean="0">
                <a:latin typeface="宋体" pitchFamily="2" charset="-122"/>
                <a:ea typeface="宋体" pitchFamily="2" charset="-122"/>
              </a:rPr>
              <a:t>3</a:t>
            </a:r>
            <a:r>
              <a:rPr lang="zh-CN" altLang="en-US" b="1" dirty="0" smtClean="0">
                <a:latin typeface="宋体" pitchFamily="2" charset="-122"/>
                <a:ea typeface="宋体" pitchFamily="2" charset="-122"/>
              </a:rPr>
              <a:t>，内存分配成功并且已经初始化，但是操作越过了内存的边界</a:t>
            </a:r>
            <a:r>
              <a:rPr lang="zh-CN" altLang="en-US" dirty="0" smtClean="0">
                <a:latin typeface="宋体" pitchFamily="2" charset="-122"/>
                <a:ea typeface="宋体" pitchFamily="2" charset="-122"/>
              </a:rPr>
              <a:t> </a:t>
            </a:r>
            <a:endParaRPr lang="en-US" altLang="zh-CN" dirty="0" smtClean="0">
              <a:latin typeface="宋体" pitchFamily="2" charset="-122"/>
              <a:ea typeface="宋体" pitchFamily="2" charset="-122"/>
            </a:endParaRPr>
          </a:p>
          <a:p>
            <a:pPr lvl="1" latinLnBrk="1"/>
            <a:r>
              <a:rPr lang="zh-CN" altLang="en-US" b="1" dirty="0" smtClean="0">
                <a:latin typeface="宋体" pitchFamily="2" charset="-122"/>
                <a:ea typeface="宋体" pitchFamily="2" charset="-122"/>
              </a:rPr>
              <a:t>产生原因：</a:t>
            </a:r>
            <a:r>
              <a:rPr lang="zh-CN" altLang="en-US" dirty="0" smtClean="0">
                <a:latin typeface="宋体" pitchFamily="2" charset="-122"/>
                <a:ea typeface="宋体" pitchFamily="2" charset="-122"/>
              </a:rPr>
              <a:t>在使用数组时越过上界或下界。特别是在</a:t>
            </a:r>
            <a:r>
              <a:rPr lang="en-US" altLang="zh-CN" dirty="0" smtClean="0">
                <a:latin typeface="宋体" pitchFamily="2" charset="-122"/>
                <a:ea typeface="宋体" pitchFamily="2" charset="-122"/>
              </a:rPr>
              <a:t>for</a:t>
            </a:r>
            <a:r>
              <a:rPr lang="zh-CN" altLang="en-US" dirty="0" smtClean="0">
                <a:latin typeface="宋体" pitchFamily="2" charset="-122"/>
                <a:ea typeface="宋体" pitchFamily="2" charset="-122"/>
              </a:rPr>
              <a:t>循环中。</a:t>
            </a:r>
            <a:endParaRPr lang="en-US" altLang="zh-CN" dirty="0" smtClean="0">
              <a:latin typeface="宋体" pitchFamily="2" charset="-122"/>
              <a:ea typeface="宋体" pitchFamily="2" charset="-122"/>
            </a:endParaRPr>
          </a:p>
          <a:p>
            <a:pPr lvl="1" latinLnBrk="1"/>
            <a:r>
              <a:rPr lang="zh-CN" altLang="en-US" b="1" dirty="0" smtClean="0">
                <a:latin typeface="宋体" pitchFamily="2" charset="-122"/>
                <a:ea typeface="宋体" pitchFamily="2" charset="-122"/>
              </a:rPr>
              <a:t>解决办法：</a:t>
            </a:r>
            <a:r>
              <a:rPr lang="zh-CN" altLang="en-US" dirty="0" smtClean="0">
                <a:latin typeface="宋体" pitchFamily="2" charset="-122"/>
                <a:ea typeface="宋体" pitchFamily="2" charset="-122"/>
              </a:rPr>
              <a:t>小心仔细。留意间接错误。</a:t>
            </a:r>
          </a:p>
          <a:p>
            <a:endParaRPr lang="zh-CN" altLang="en-US" dirty="0">
              <a:latin typeface="宋体" pitchFamily="2" charset="-122"/>
              <a:ea typeface="宋体" pitchFamily="2" charset="-122"/>
            </a:endParaRPr>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常见内存错误</a:t>
            </a:r>
            <a:endParaRPr lang="zh-CN" altLang="en-US" dirty="0"/>
          </a:p>
        </p:txBody>
      </p:sp>
      <p:sp>
        <p:nvSpPr>
          <p:cNvPr id="3" name="内容占位符 2"/>
          <p:cNvSpPr>
            <a:spLocks noGrp="1"/>
          </p:cNvSpPr>
          <p:nvPr>
            <p:ph idx="1"/>
          </p:nvPr>
        </p:nvSpPr>
        <p:spPr/>
        <p:txBody>
          <a:bodyPr/>
          <a:lstStyle/>
          <a:p>
            <a:pPr latinLnBrk="1"/>
            <a:r>
              <a:rPr lang="en-US" altLang="zh-CN" dirty="0" smtClean="0">
                <a:latin typeface="宋体" pitchFamily="2" charset="-122"/>
                <a:ea typeface="宋体" pitchFamily="2" charset="-122"/>
              </a:rPr>
              <a:t>4</a:t>
            </a:r>
            <a:r>
              <a:rPr lang="zh-CN" altLang="en-US" dirty="0" smtClean="0">
                <a:latin typeface="宋体" pitchFamily="2" charset="-122"/>
                <a:ea typeface="宋体" pitchFamily="2" charset="-122"/>
              </a:rPr>
              <a:t>，</a:t>
            </a:r>
            <a:r>
              <a:rPr lang="zh-CN" altLang="en-US" b="1" dirty="0" smtClean="0">
                <a:latin typeface="宋体" pitchFamily="2" charset="-122"/>
                <a:ea typeface="宋体" pitchFamily="2" charset="-122"/>
              </a:rPr>
              <a:t>忘记释放内存或只释放不彻底，造成内存泄露</a:t>
            </a:r>
            <a:endParaRPr lang="en-US" altLang="zh-CN" dirty="0" smtClean="0">
              <a:latin typeface="宋体" pitchFamily="2" charset="-122"/>
              <a:ea typeface="宋体" pitchFamily="2" charset="-122"/>
            </a:endParaRPr>
          </a:p>
          <a:p>
            <a:pPr lvl="1" latinLnBrk="1"/>
            <a:r>
              <a:rPr lang="zh-CN" altLang="en-US" b="1" dirty="0" smtClean="0">
                <a:latin typeface="宋体" pitchFamily="2" charset="-122"/>
                <a:ea typeface="宋体" pitchFamily="2" charset="-122"/>
              </a:rPr>
              <a:t>产生原因：</a:t>
            </a:r>
            <a:r>
              <a:rPr lang="zh-CN" altLang="en-US" dirty="0" smtClean="0">
                <a:latin typeface="宋体" pitchFamily="2" charset="-122"/>
                <a:ea typeface="宋体" pitchFamily="2" charset="-122"/>
              </a:rPr>
              <a:t> 忘记</a:t>
            </a:r>
            <a:r>
              <a:rPr lang="en-US" altLang="zh-CN" dirty="0" smtClean="0">
                <a:latin typeface="宋体" pitchFamily="2" charset="-122"/>
                <a:ea typeface="宋体" pitchFamily="2" charset="-122"/>
              </a:rPr>
              <a:t>free/delete</a:t>
            </a:r>
            <a:r>
              <a:rPr lang="zh-CN" altLang="en-US" dirty="0" smtClean="0">
                <a:latin typeface="宋体" pitchFamily="2" charset="-122"/>
                <a:ea typeface="宋体" pitchFamily="2" charset="-122"/>
              </a:rPr>
              <a:t>；指针被修改；错误的动态数组释放语法。</a:t>
            </a:r>
            <a:endParaRPr lang="en-US" altLang="zh-CN" dirty="0" smtClean="0">
              <a:latin typeface="宋体" pitchFamily="2" charset="-122"/>
              <a:ea typeface="宋体" pitchFamily="2" charset="-122"/>
            </a:endParaRPr>
          </a:p>
          <a:p>
            <a:pPr lvl="1" latinLnBrk="1"/>
            <a:r>
              <a:rPr lang="zh-CN" altLang="en-US" b="1" dirty="0" smtClean="0">
                <a:latin typeface="宋体" pitchFamily="2" charset="-122"/>
                <a:ea typeface="宋体" pitchFamily="2" charset="-122"/>
              </a:rPr>
              <a:t>造成的影响：</a:t>
            </a:r>
            <a:r>
              <a:rPr lang="zh-CN" altLang="en-US" dirty="0" smtClean="0">
                <a:latin typeface="宋体" pitchFamily="2" charset="-122"/>
                <a:ea typeface="宋体" pitchFamily="2" charset="-122"/>
              </a:rPr>
              <a:t> 这种错误，每发生一次，就丢失一块内存（内存泄露），当内存耗尽时， 程序异常。</a:t>
            </a:r>
            <a:endParaRPr lang="en-US" altLang="zh-CN" dirty="0" smtClean="0">
              <a:latin typeface="宋体" pitchFamily="2" charset="-122"/>
              <a:ea typeface="宋体" pitchFamily="2" charset="-122"/>
            </a:endParaRPr>
          </a:p>
          <a:p>
            <a:pPr lvl="1" latinLnBrk="1"/>
            <a:r>
              <a:rPr lang="zh-CN" altLang="en-US" b="1" dirty="0" smtClean="0">
                <a:latin typeface="宋体" pitchFamily="2" charset="-122"/>
                <a:ea typeface="宋体" pitchFamily="2" charset="-122"/>
              </a:rPr>
              <a:t>解决办法：</a:t>
            </a:r>
            <a:r>
              <a:rPr lang="zh-CN" altLang="en-US" dirty="0" smtClean="0">
                <a:latin typeface="宋体" pitchFamily="2" charset="-122"/>
                <a:ea typeface="宋体" pitchFamily="2" charset="-122"/>
              </a:rPr>
              <a:t>小心仔细。动态分配的内存 </a:t>
            </a:r>
            <a:r>
              <a:rPr lang="en-US" altLang="zh-CN" dirty="0" err="1" smtClean="0">
                <a:latin typeface="宋体" pitchFamily="2" charset="-122"/>
                <a:ea typeface="宋体" pitchFamily="2" charset="-122"/>
              </a:rPr>
              <a:t>malloc</a:t>
            </a:r>
            <a:r>
              <a:rPr lang="en-US" altLang="zh-CN" dirty="0" smtClean="0">
                <a:latin typeface="宋体" pitchFamily="2" charset="-122"/>
                <a:ea typeface="宋体" pitchFamily="2" charset="-122"/>
              </a:rPr>
              <a:t>/free</a:t>
            </a:r>
            <a:r>
              <a:rPr lang="zh-CN" altLang="en-US" dirty="0" smtClean="0">
                <a:latin typeface="宋体" pitchFamily="2" charset="-122"/>
                <a:ea typeface="宋体" pitchFamily="2" charset="-122"/>
              </a:rPr>
              <a:t>配对，</a:t>
            </a:r>
            <a:r>
              <a:rPr lang="en-US" altLang="zh-CN" dirty="0" smtClean="0">
                <a:latin typeface="宋体" pitchFamily="2" charset="-122"/>
                <a:ea typeface="宋体" pitchFamily="2" charset="-122"/>
              </a:rPr>
              <a:t>new /delete</a:t>
            </a:r>
            <a:r>
              <a:rPr lang="zh-CN" altLang="en-US" dirty="0" smtClean="0">
                <a:latin typeface="宋体" pitchFamily="2" charset="-122"/>
                <a:ea typeface="宋体" pitchFamily="2" charset="-122"/>
              </a:rPr>
              <a:t>配对。</a:t>
            </a:r>
          </a:p>
          <a:p>
            <a:endParaRPr lang="zh-CN" altLang="en-US" dirty="0">
              <a:latin typeface="宋体" pitchFamily="2" charset="-122"/>
              <a:ea typeface="宋体" pitchFamily="2" charset="-122"/>
            </a:endParaRPr>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常见内存错误</a:t>
            </a:r>
            <a:endParaRPr lang="zh-CN" altLang="en-US" dirty="0"/>
          </a:p>
        </p:txBody>
      </p:sp>
      <p:sp>
        <p:nvSpPr>
          <p:cNvPr id="3" name="内容占位符 2"/>
          <p:cNvSpPr>
            <a:spLocks noGrp="1"/>
          </p:cNvSpPr>
          <p:nvPr>
            <p:ph idx="1"/>
          </p:nvPr>
        </p:nvSpPr>
        <p:spPr/>
        <p:txBody>
          <a:bodyPr/>
          <a:lstStyle/>
          <a:p>
            <a:r>
              <a:rPr lang="en-US" altLang="zh-CN" b="1" dirty="0" smtClean="0">
                <a:latin typeface="宋体" pitchFamily="2" charset="-122"/>
                <a:ea typeface="宋体" pitchFamily="2" charset="-122"/>
              </a:rPr>
              <a:t>5,</a:t>
            </a:r>
            <a:r>
              <a:rPr lang="zh-CN" altLang="en-US" b="1" dirty="0" smtClean="0">
                <a:latin typeface="宋体" pitchFamily="2" charset="-122"/>
                <a:ea typeface="宋体" pitchFamily="2" charset="-122"/>
              </a:rPr>
              <a:t>释放了内存却还在继续使用</a:t>
            </a:r>
            <a:endParaRPr lang="en-US" altLang="zh-CN" b="1" dirty="0" smtClean="0">
              <a:latin typeface="宋体" pitchFamily="2" charset="-122"/>
              <a:ea typeface="宋体" pitchFamily="2" charset="-122"/>
            </a:endParaRPr>
          </a:p>
          <a:p>
            <a:pPr lvl="1"/>
            <a:r>
              <a:rPr lang="zh-CN" altLang="en-US" b="1" dirty="0" smtClean="0">
                <a:latin typeface="宋体" pitchFamily="2" charset="-122"/>
                <a:ea typeface="宋体" pitchFamily="2" charset="-122"/>
              </a:rPr>
              <a:t>原因及对策：</a:t>
            </a:r>
            <a:endParaRPr lang="en-US" altLang="zh-CN" b="1" dirty="0" smtClean="0">
              <a:latin typeface="宋体" pitchFamily="2" charset="-122"/>
              <a:ea typeface="宋体" pitchFamily="2" charset="-122"/>
            </a:endParaRPr>
          </a:p>
          <a:p>
            <a:pPr lvl="2"/>
            <a:r>
              <a:rPr lang="zh-CN" altLang="en-US" dirty="0" smtClean="0"/>
              <a:t>程序中的调用关系过于复杂，难以搞清楚某个指针究竟是否已经释放了内存，此时应该重新设计程序，从根本上解决对象管理的混乱局面。</a:t>
            </a:r>
            <a:endParaRPr lang="en-US" altLang="zh-CN" dirty="0" smtClean="0"/>
          </a:p>
          <a:p>
            <a:pPr lvl="2"/>
            <a:r>
              <a:rPr lang="zh-CN" altLang="en-US" dirty="0" smtClean="0"/>
              <a:t>函数</a:t>
            </a:r>
            <a:r>
              <a:rPr lang="en-US" altLang="zh-CN" dirty="0" smtClean="0"/>
              <a:t>return</a:t>
            </a:r>
            <a:r>
              <a:rPr lang="zh-CN" altLang="en-US" dirty="0" smtClean="0"/>
              <a:t>语句写错了，</a:t>
            </a:r>
            <a:r>
              <a:rPr lang="zh-CN" altLang="en-US" b="1" dirty="0" smtClean="0"/>
              <a:t>注意不要返回指向“栈内存”的指针或者引用</a:t>
            </a:r>
            <a:r>
              <a:rPr lang="zh-CN" altLang="en-US" dirty="0" smtClean="0"/>
              <a:t>，因为该内存在函数体结束时理论上被自动销毁。</a:t>
            </a:r>
            <a:endParaRPr lang="en-US" altLang="zh-CN" dirty="0" smtClean="0"/>
          </a:p>
          <a:p>
            <a:pPr lvl="2"/>
            <a:r>
              <a:rPr lang="zh-CN" altLang="en-US" dirty="0" smtClean="0"/>
              <a:t>使用</a:t>
            </a:r>
            <a:r>
              <a:rPr lang="en-US" altLang="zh-CN" dirty="0" smtClean="0"/>
              <a:t>free</a:t>
            </a:r>
            <a:r>
              <a:rPr lang="zh-CN" altLang="en-US" dirty="0" smtClean="0"/>
              <a:t>或者</a:t>
            </a:r>
            <a:r>
              <a:rPr lang="en-US" altLang="zh-CN" dirty="0" smtClean="0"/>
              <a:t>delete</a:t>
            </a:r>
            <a:r>
              <a:rPr lang="zh-CN" altLang="en-US" dirty="0" smtClean="0"/>
              <a:t>释放了内存后，没有将指针设置为</a:t>
            </a:r>
            <a:r>
              <a:rPr lang="en-US" altLang="zh-CN" dirty="0" smtClean="0"/>
              <a:t>null,</a:t>
            </a:r>
            <a:r>
              <a:rPr lang="zh-CN" altLang="en-US" dirty="0" smtClean="0"/>
              <a:t>导致产生野指针。</a:t>
            </a:r>
            <a:endParaRPr lang="en-US" altLang="zh-CN" dirty="0" smtClean="0"/>
          </a:p>
          <a:p>
            <a:pPr lvl="2"/>
            <a:r>
              <a:rPr lang="zh-CN" altLang="en-US" dirty="0" smtClean="0"/>
              <a:t>多次释放同一块内存。</a:t>
            </a:r>
            <a:endParaRPr lang="en-US" altLang="zh-CN" dirty="0" smtClean="0"/>
          </a:p>
          <a:p>
            <a:pPr lvl="2"/>
            <a:endParaRPr lang="zh-CN" altLang="en-US" b="1" dirty="0">
              <a:latin typeface="宋体" pitchFamily="2" charset="-122"/>
              <a:ea typeface="宋体" pitchFamily="2" charset="-122"/>
            </a:endParaRPr>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3" name="内容占位符 2"/>
          <p:cNvSpPr>
            <a:spLocks noGrp="1"/>
          </p:cNvSpPr>
          <p:nvPr>
            <p:ph idx="1"/>
          </p:nvPr>
        </p:nvSpPr>
        <p:spPr/>
        <p:txBody>
          <a:bodyPr/>
          <a:lstStyle/>
          <a:p>
            <a:r>
              <a:rPr lang="zh-CN" altLang="en-US" sz="6000" dirty="0" smtClean="0"/>
              <a:t>透彻理解编程语法、原理、技巧</a:t>
            </a:r>
            <a:endParaRPr lang="en-US" altLang="zh-CN" sz="6000" dirty="0" smtClean="0"/>
          </a:p>
          <a:p>
            <a:r>
              <a:rPr lang="zh-CN" altLang="en-US" sz="6000" dirty="0" smtClean="0"/>
              <a:t>注意积累、交流</a:t>
            </a:r>
            <a:endParaRPr lang="en-US" altLang="zh-CN" sz="6000" dirty="0" smtClean="0"/>
          </a:p>
          <a:p>
            <a:r>
              <a:rPr lang="zh-CN" altLang="en-US" sz="6000" dirty="0" smtClean="0"/>
              <a:t>良好编程习惯</a:t>
            </a:r>
            <a:endParaRPr lang="en-US" altLang="zh-CN" sz="6000" dirty="0" smtClean="0"/>
          </a:p>
          <a:p>
            <a:pPr>
              <a:buNone/>
            </a:pPr>
            <a:endParaRPr lang="en-US" altLang="zh-CN" sz="6000" dirty="0" smtClean="0"/>
          </a:p>
          <a:p>
            <a:endParaRPr lang="zh-CN" altLang="en-US" sz="6000" dirty="0"/>
          </a:p>
        </p:txBody>
      </p:sp>
      <p:sp>
        <p:nvSpPr>
          <p:cNvPr id="4" name="页脚占位符 3"/>
          <p:cNvSpPr>
            <a:spLocks noGrp="1"/>
          </p:cNvSpPr>
          <p:nvPr>
            <p:ph type="ftr" sz="quarter" idx="11"/>
          </p:nvPr>
        </p:nvSpPr>
        <p:spPr/>
        <p:txBody>
          <a:bodyPr/>
          <a:lstStyle/>
          <a:p>
            <a:r>
              <a:rPr lang="en-US" altLang="zh-CN" smtClean="0"/>
              <a:t>SIE. BIT</a:t>
            </a:r>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WordArt 2"/>
          <p:cNvSpPr>
            <a:spLocks noChangeArrowheads="1" noChangeShapeType="1" noTextEdit="1"/>
          </p:cNvSpPr>
          <p:nvPr/>
        </p:nvSpPr>
        <p:spPr bwMode="gray">
          <a:xfrm>
            <a:off x="609600" y="1481138"/>
            <a:ext cx="4800600" cy="609600"/>
          </a:xfrm>
          <a:prstGeom prst="rect">
            <a:avLst/>
          </a:prstGeom>
        </p:spPr>
        <p:txBody>
          <a:bodyPr wrap="none" fromWordArt="1">
            <a:prstTxWarp prst="textDeflate">
              <a:avLst>
                <a:gd name="adj" fmla="val 0"/>
              </a:avLst>
            </a:prstTxWarp>
          </a:bodyPr>
          <a:lstStyle/>
          <a:p>
            <a:pPr algn="ctr"/>
            <a:r>
              <a:rPr lang="en-US" altLang="zh-CN" sz="5400" b="1" kern="10">
                <a:ln w="19050">
                  <a:solidFill>
                    <a:schemeClr val="bg1"/>
                  </a:solidFill>
                  <a:round/>
                  <a:headEnd/>
                  <a:tailEnd/>
                </a:ln>
                <a:gradFill rotWithShape="1">
                  <a:gsLst>
                    <a:gs pos="0">
                      <a:schemeClr val="tx2"/>
                    </a:gs>
                    <a:gs pos="100000">
                      <a:schemeClr val="accent1"/>
                    </a:gs>
                  </a:gsLst>
                  <a:lin ang="5400000" scaled="1"/>
                </a:gradFill>
                <a:effectLst>
                  <a:outerShdw dist="35921" dir="2700000" algn="ctr" rotWithShape="0">
                    <a:schemeClr val="bg2">
                      <a:alpha val="50000"/>
                    </a:schemeClr>
                  </a:outerShdw>
                </a:effectLst>
                <a:latin typeface="Verdana"/>
                <a:ea typeface="Verdana"/>
                <a:cs typeface="Verdana"/>
              </a:rPr>
              <a:t>Thank You !</a:t>
            </a:r>
            <a:endParaRPr lang="zh-CN" altLang="en-US" sz="5400" b="1" kern="10">
              <a:ln w="19050">
                <a:solidFill>
                  <a:schemeClr val="bg1"/>
                </a:solidFill>
                <a:round/>
                <a:headEnd/>
                <a:tailEnd/>
              </a:ln>
              <a:gradFill rotWithShape="1">
                <a:gsLst>
                  <a:gs pos="0">
                    <a:schemeClr val="tx2"/>
                  </a:gs>
                  <a:gs pos="100000">
                    <a:schemeClr val="accent1"/>
                  </a:gs>
                </a:gsLst>
                <a:lin ang="5400000" scaled="1"/>
              </a:gradFill>
              <a:effectLst>
                <a:outerShdw dist="35921" dir="2700000" algn="ctr" rotWithShape="0">
                  <a:schemeClr val="bg2">
                    <a:alpha val="50000"/>
                  </a:schemeClr>
                </a:outerShdw>
              </a:effectLst>
              <a:latin typeface="Verdana"/>
              <a:cs typeface="Verdana"/>
            </a:endParaRPr>
          </a:p>
        </p:txBody>
      </p:sp>
      <p:sp>
        <p:nvSpPr>
          <p:cNvPr id="172035" name="Text Box 3"/>
          <p:cNvSpPr txBox="1">
            <a:spLocks noChangeArrowheads="1"/>
          </p:cNvSpPr>
          <p:nvPr/>
        </p:nvSpPr>
        <p:spPr bwMode="auto">
          <a:xfrm>
            <a:off x="1143000" y="3276600"/>
            <a:ext cx="7010400" cy="830997"/>
          </a:xfrm>
          <a:prstGeom prst="rect">
            <a:avLst/>
          </a:prstGeom>
          <a:noFill/>
          <a:ln w="9525" algn="ctr">
            <a:noFill/>
            <a:miter lim="800000"/>
            <a:headEnd/>
            <a:tailEnd/>
          </a:ln>
          <a:effectLst/>
        </p:spPr>
        <p:txBody>
          <a:bodyPr>
            <a:spAutoFit/>
          </a:bodyPr>
          <a:lstStyle/>
          <a:p>
            <a:pPr algn="ctr" fontAlgn="base">
              <a:spcBef>
                <a:spcPct val="50000"/>
              </a:spcBef>
            </a:pPr>
            <a:r>
              <a:rPr lang="zh-CN" altLang="en-US" sz="4800" b="1" dirty="0" smtClean="0">
                <a:solidFill>
                  <a:schemeClr val="tx2"/>
                </a:solidFill>
                <a:latin typeface="MS Mincho" pitchFamily="49" charset="-128"/>
                <a:ea typeface="宋体" pitchFamily="2" charset="-122"/>
              </a:rPr>
              <a:t>结束</a:t>
            </a:r>
            <a:endParaRPr lang="zh-CN" altLang="en-US" sz="4800" b="1" dirty="0">
              <a:solidFill>
                <a:schemeClr val="tx2"/>
              </a:solidFill>
              <a:latin typeface="MS Mincho" pitchFamily="49" charset="-128"/>
              <a:ea typeface="宋体" pitchFamily="2" charset="-122"/>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40.6"/>
</p:tagLst>
</file>

<file path=ppt/tags/tag2.xml><?xml version="1.0" encoding="utf-8"?>
<p:tagLst xmlns:a="http://schemas.openxmlformats.org/drawingml/2006/main" xmlns:r="http://schemas.openxmlformats.org/officeDocument/2006/relationships" xmlns:p="http://schemas.openxmlformats.org/presentationml/2006/main">
  <p:tag name="TIMING" val="|17.5|33.8"/>
</p:tagLst>
</file>

<file path=ppt/tags/tag3.xml><?xml version="1.0" encoding="utf-8"?>
<p:tagLst xmlns:a="http://schemas.openxmlformats.org/drawingml/2006/main" xmlns:r="http://schemas.openxmlformats.org/officeDocument/2006/relationships" xmlns:p="http://schemas.openxmlformats.org/presentationml/2006/main">
  <p:tag name="TIMING" val="|43.4|25.2|25.5|20.4"/>
</p:tagLst>
</file>

<file path=ppt/theme/theme1.xml><?xml version="1.0" encoding="utf-8"?>
<a:theme xmlns:a="http://schemas.openxmlformats.org/drawingml/2006/main" name="221TGp_sky_light">
  <a:themeElements>
    <a:clrScheme name="221TGp_sky_light 2">
      <a:dk1>
        <a:srgbClr val="000000"/>
      </a:dk1>
      <a:lt1>
        <a:srgbClr val="FFFFFF"/>
      </a:lt1>
      <a:dk2>
        <a:srgbClr val="364EB6"/>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fontScheme name="221TGp_sky_light">
      <a:majorFont>
        <a:latin typeface="MS Mincho"/>
        <a:ea typeface=""/>
        <a:cs typeface=""/>
      </a:majorFont>
      <a:minorFont>
        <a:latin typeface="MS Minch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ctr"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ctr"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221TGp_sky_light 1">
        <a:dk1>
          <a:srgbClr val="000000"/>
        </a:dk1>
        <a:lt1>
          <a:srgbClr val="FFFFFF"/>
        </a:lt1>
        <a:dk2>
          <a:srgbClr val="501A82"/>
        </a:dk2>
        <a:lt2>
          <a:srgbClr val="969696"/>
        </a:lt2>
        <a:accent1>
          <a:srgbClr val="117AC1"/>
        </a:accent1>
        <a:accent2>
          <a:srgbClr val="38B890"/>
        </a:accent2>
        <a:accent3>
          <a:srgbClr val="FFFFFF"/>
        </a:accent3>
        <a:accent4>
          <a:srgbClr val="000000"/>
        </a:accent4>
        <a:accent5>
          <a:srgbClr val="AABEDD"/>
        </a:accent5>
        <a:accent6>
          <a:srgbClr val="32A682"/>
        </a:accent6>
        <a:hlink>
          <a:srgbClr val="D17FB6"/>
        </a:hlink>
        <a:folHlink>
          <a:srgbClr val="E3981D"/>
        </a:folHlink>
      </a:clrScheme>
      <a:clrMap bg1="lt1" tx1="dk1" bg2="lt2" tx2="dk2" accent1="accent1" accent2="accent2" accent3="accent3" accent4="accent4" accent5="accent5" accent6="accent6" hlink="hlink" folHlink="folHlink"/>
    </a:extraClrScheme>
    <a:extraClrScheme>
      <a:clrScheme name="221TGp_sky_light 2">
        <a:dk1>
          <a:srgbClr val="000000"/>
        </a:dk1>
        <a:lt1>
          <a:srgbClr val="FFFFFF"/>
        </a:lt1>
        <a:dk2>
          <a:srgbClr val="364EB6"/>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clrMap bg1="lt1" tx1="dk1" bg2="lt2" tx2="dk2" accent1="accent1" accent2="accent2" accent3="accent3" accent4="accent4" accent5="accent5" accent6="accent6" hlink="hlink" folHlink="folHlink"/>
    </a:extraClrScheme>
    <a:extraClrScheme>
      <a:clrScheme name="221TGp_sky_light 3">
        <a:dk1>
          <a:srgbClr val="000000"/>
        </a:dk1>
        <a:lt1>
          <a:srgbClr val="FFFFFF"/>
        </a:lt1>
        <a:dk2>
          <a:srgbClr val="186894"/>
        </a:dk2>
        <a:lt2>
          <a:srgbClr val="969696"/>
        </a:lt2>
        <a:accent1>
          <a:srgbClr val="2AA08A"/>
        </a:accent1>
        <a:accent2>
          <a:srgbClr val="9C88E6"/>
        </a:accent2>
        <a:accent3>
          <a:srgbClr val="FFFFFF"/>
        </a:accent3>
        <a:accent4>
          <a:srgbClr val="000000"/>
        </a:accent4>
        <a:accent5>
          <a:srgbClr val="ACCDC4"/>
        </a:accent5>
        <a:accent6>
          <a:srgbClr val="8D7BD0"/>
        </a:accent6>
        <a:hlink>
          <a:srgbClr val="7D96D3"/>
        </a:hlink>
        <a:folHlink>
          <a:srgbClr val="DEDB7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1916</TotalTime>
  <Words>858</Words>
  <Application>Microsoft Office PowerPoint</Application>
  <PresentationFormat>全屏显示(4:3)</PresentationFormat>
  <Paragraphs>152</Paragraphs>
  <Slides>19</Slides>
  <Notes>0</Notes>
  <HiddenSlides>0</HiddenSlides>
  <MMClips>0</MMClips>
  <ScaleCrop>false</ScaleCrop>
  <HeadingPairs>
    <vt:vector size="4" baseType="variant">
      <vt:variant>
        <vt:lpstr>主题</vt:lpstr>
      </vt:variant>
      <vt:variant>
        <vt:i4>1</vt:i4>
      </vt:variant>
      <vt:variant>
        <vt:lpstr>幻灯片标题</vt:lpstr>
      </vt:variant>
      <vt:variant>
        <vt:i4>19</vt:i4>
      </vt:variant>
    </vt:vector>
  </HeadingPairs>
  <TitlesOfParts>
    <vt:vector size="20" baseType="lpstr">
      <vt:lpstr>221TGp_sky_light</vt:lpstr>
      <vt:lpstr>幻灯片 1</vt:lpstr>
      <vt:lpstr>提纲</vt:lpstr>
      <vt:lpstr>调试有关基本概念</vt:lpstr>
      <vt:lpstr>调试有关基本概念</vt:lpstr>
      <vt:lpstr>调试有关基本概念</vt:lpstr>
      <vt:lpstr>定位错误</vt:lpstr>
      <vt:lpstr>定位错误</vt:lpstr>
      <vt:lpstr>定位错误</vt:lpstr>
      <vt:lpstr>定位错误</vt:lpstr>
      <vt:lpstr>定位错误</vt:lpstr>
      <vt:lpstr>修改错误</vt:lpstr>
      <vt:lpstr>常见内存错误</vt:lpstr>
      <vt:lpstr>常见内存错误</vt:lpstr>
      <vt:lpstr>常见内存错误</vt:lpstr>
      <vt:lpstr>常见内存错误</vt:lpstr>
      <vt:lpstr>常见内存错误</vt:lpstr>
      <vt:lpstr>常见内存错误</vt:lpstr>
      <vt:lpstr>总结</vt:lpstr>
      <vt:lpstr>幻灯片 19</vt:lpstr>
    </vt:vector>
  </TitlesOfParts>
  <Company>Guilddesign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Sung Ha, Park</dc:creator>
  <cp:lastModifiedBy>HJ</cp:lastModifiedBy>
  <cp:revision>165</cp:revision>
  <dcterms:created xsi:type="dcterms:W3CDTF">2005-02-25T08:08:48Z</dcterms:created>
  <dcterms:modified xsi:type="dcterms:W3CDTF">2018-05-01T15:23:12Z</dcterms:modified>
</cp:coreProperties>
</file>